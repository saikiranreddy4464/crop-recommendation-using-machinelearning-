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313" r:id="rId2"/>
    <p:sldId id="300" r:id="rId3"/>
    <p:sldId id="302" r:id="rId4"/>
    <p:sldId id="311" r:id="rId5"/>
    <p:sldId id="303" r:id="rId6"/>
    <p:sldId id="304" r:id="rId7"/>
    <p:sldId id="305" r:id="rId8"/>
    <p:sldId id="314" r:id="rId9"/>
    <p:sldId id="315" r:id="rId10"/>
    <p:sldId id="316" r:id="rId11"/>
    <p:sldId id="317" r:id="rId12"/>
    <p:sldId id="318" r:id="rId13"/>
    <p:sldId id="319" r:id="rId14"/>
    <p:sldId id="312" r:id="rId15"/>
    <p:sldId id="306" r:id="rId16"/>
  </p:sldIdLst>
  <p:sldSz cx="12192000" cy="6858000"/>
  <p:notesSz cx="6858000" cy="9144000"/>
  <p:defaultTextStyle>
    <a:defPPr>
      <a:defRPr lang="en-M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841ECC-0FF9-1CD4-170F-83A5EEA378C5}" v="5" dt="2024-08-09T09:16:25.056"/>
    <p1510:client id="{E32175BE-A94A-4B96-988E-435A57B04EF9}" v="14" dt="2024-08-08T12:54:40.526"/>
    <p1510:client id="{F9EC5ED9-0C4B-F688-CD3F-A2337679FD5C}" v="37" dt="2024-08-08T12:56:27.1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im Bouzoubaa" userId="S::karim.bouzoubaa@roehampton.ac.uk::a3a9a514-8abd-438f-9afe-5c96854afaee" providerId="AD" clId="Web-{6776EE0D-5186-EDB9-EEC0-E27C9BAE375E}"/>
    <pc:docChg chg="addSld modSld">
      <pc:chgData name="Karim Bouzoubaa" userId="S::karim.bouzoubaa@roehampton.ac.uk::a3a9a514-8abd-438f-9afe-5c96854afaee" providerId="AD" clId="Web-{6776EE0D-5186-EDB9-EEC0-E27C9BAE375E}" dt="2024-07-10T12:00:47.658" v="94" actId="20577"/>
      <pc:docMkLst>
        <pc:docMk/>
      </pc:docMkLst>
      <pc:sldChg chg="modSp">
        <pc:chgData name="Karim Bouzoubaa" userId="S::karim.bouzoubaa@roehampton.ac.uk::a3a9a514-8abd-438f-9afe-5c96854afaee" providerId="AD" clId="Web-{6776EE0D-5186-EDB9-EEC0-E27C9BAE375E}" dt="2024-07-10T12:00:39.032" v="91" actId="20577"/>
        <pc:sldMkLst>
          <pc:docMk/>
          <pc:sldMk cId="1817344442" sldId="302"/>
        </pc:sldMkLst>
        <pc:spChg chg="mod">
          <ac:chgData name="Karim Bouzoubaa" userId="S::karim.bouzoubaa@roehampton.ac.uk::a3a9a514-8abd-438f-9afe-5c96854afaee" providerId="AD" clId="Web-{6776EE0D-5186-EDB9-EEC0-E27C9BAE375E}" dt="2024-07-10T12:00:39.032" v="91" actId="20577"/>
          <ac:spMkLst>
            <pc:docMk/>
            <pc:sldMk cId="1817344442" sldId="302"/>
            <ac:spMk id="2" creationId="{72A96E8E-A0A7-36BB-F744-A2727B317ECB}"/>
          </ac:spMkLst>
        </pc:spChg>
      </pc:sldChg>
      <pc:sldChg chg="delSp modSp add">
        <pc:chgData name="Karim Bouzoubaa" userId="S::karim.bouzoubaa@roehampton.ac.uk::a3a9a514-8abd-438f-9afe-5c96854afaee" providerId="AD" clId="Web-{6776EE0D-5186-EDB9-EEC0-E27C9BAE375E}" dt="2024-07-10T12:00:47.658" v="94" actId="20577"/>
        <pc:sldMkLst>
          <pc:docMk/>
          <pc:sldMk cId="2292530509" sldId="311"/>
        </pc:sldMkLst>
        <pc:spChg chg="mod">
          <ac:chgData name="Karim Bouzoubaa" userId="S::karim.bouzoubaa@roehampton.ac.uk::a3a9a514-8abd-438f-9afe-5c96854afaee" providerId="AD" clId="Web-{6776EE0D-5186-EDB9-EEC0-E27C9BAE375E}" dt="2024-07-10T12:00:47.658" v="94" actId="20577"/>
          <ac:spMkLst>
            <pc:docMk/>
            <pc:sldMk cId="2292530509" sldId="311"/>
            <ac:spMk id="2" creationId="{10D3022A-DE3A-DDB6-DA5E-1C431E0059D9}"/>
          </ac:spMkLst>
        </pc:spChg>
        <pc:spChg chg="mod">
          <ac:chgData name="Karim Bouzoubaa" userId="S::karim.bouzoubaa@roehampton.ac.uk::a3a9a514-8abd-438f-9afe-5c96854afaee" providerId="AD" clId="Web-{6776EE0D-5186-EDB9-EEC0-E27C9BAE375E}" dt="2024-07-10T11:59:17.921" v="84" actId="20577"/>
          <ac:spMkLst>
            <pc:docMk/>
            <pc:sldMk cId="2292530509" sldId="311"/>
            <ac:spMk id="3" creationId="{0BC9A7BC-4FAF-68F0-47CA-4CAD17B43F3C}"/>
          </ac:spMkLst>
        </pc:spChg>
        <pc:spChg chg="del">
          <ac:chgData name="Karim Bouzoubaa" userId="S::karim.bouzoubaa@roehampton.ac.uk::a3a9a514-8abd-438f-9afe-5c96854afaee" providerId="AD" clId="Web-{6776EE0D-5186-EDB9-EEC0-E27C9BAE375E}" dt="2024-07-10T11:54:41.553" v="1"/>
          <ac:spMkLst>
            <pc:docMk/>
            <pc:sldMk cId="2292530509" sldId="311"/>
            <ac:spMk id="4" creationId="{FA41932C-AA8B-7E2C-D4CD-BCC30186CA11}"/>
          </ac:spMkLst>
        </pc:spChg>
      </pc:sldChg>
    </pc:docChg>
  </pc:docChgLst>
  <pc:docChgLst>
    <pc:chgData name="Karim Bouzoubaa" userId="S::karim.bouzoubaa@roehampton.ac.uk::a3a9a514-8abd-438f-9afe-5c96854afaee" providerId="AD" clId="Web-{C6E9E5F8-6458-F97B-60D2-53C24C8912D3}"/>
    <pc:docChg chg="addSld modSld">
      <pc:chgData name="Karim Bouzoubaa" userId="S::karim.bouzoubaa@roehampton.ac.uk::a3a9a514-8abd-438f-9afe-5c96854afaee" providerId="AD" clId="Web-{C6E9E5F8-6458-F97B-60D2-53C24C8912D3}" dt="2024-07-29T15:51:55.211" v="848" actId="20577"/>
      <pc:docMkLst>
        <pc:docMk/>
      </pc:docMkLst>
      <pc:sldChg chg="addSp modSp">
        <pc:chgData name="Karim Bouzoubaa" userId="S::karim.bouzoubaa@roehampton.ac.uk::a3a9a514-8abd-438f-9afe-5c96854afaee" providerId="AD" clId="Web-{C6E9E5F8-6458-F97B-60D2-53C24C8912D3}" dt="2024-07-29T12:17:31.434" v="75" actId="20577"/>
        <pc:sldMkLst>
          <pc:docMk/>
          <pc:sldMk cId="3999230286" sldId="265"/>
        </pc:sldMkLst>
        <pc:spChg chg="mod">
          <ac:chgData name="Karim Bouzoubaa" userId="S::karim.bouzoubaa@roehampton.ac.uk::a3a9a514-8abd-438f-9afe-5c96854afaee" providerId="AD" clId="Web-{C6E9E5F8-6458-F97B-60D2-53C24C8912D3}" dt="2024-07-29T12:15:10.320" v="40" actId="20577"/>
          <ac:spMkLst>
            <pc:docMk/>
            <pc:sldMk cId="3999230286" sldId="265"/>
            <ac:spMk id="2" creationId="{F2B3F4AD-9839-C0C0-D927-EEEF3AD674CB}"/>
          </ac:spMkLst>
        </pc:spChg>
        <pc:spChg chg="add mod">
          <ac:chgData name="Karim Bouzoubaa" userId="S::karim.bouzoubaa@roehampton.ac.uk::a3a9a514-8abd-438f-9afe-5c96854afaee" providerId="AD" clId="Web-{C6E9E5F8-6458-F97B-60D2-53C24C8912D3}" dt="2024-07-29T12:17:08.480" v="72" actId="20577"/>
          <ac:spMkLst>
            <pc:docMk/>
            <pc:sldMk cId="3999230286" sldId="265"/>
            <ac:spMk id="4" creationId="{4060847A-EE14-C513-3261-90AEF6F8B76E}"/>
          </ac:spMkLst>
        </pc:spChg>
        <pc:spChg chg="mod">
          <ac:chgData name="Karim Bouzoubaa" userId="S::karim.bouzoubaa@roehampton.ac.uk::a3a9a514-8abd-438f-9afe-5c96854afaee" providerId="AD" clId="Web-{C6E9E5F8-6458-F97B-60D2-53C24C8912D3}" dt="2024-07-29T12:17:31.434" v="75" actId="20577"/>
          <ac:spMkLst>
            <pc:docMk/>
            <pc:sldMk cId="3999230286" sldId="265"/>
            <ac:spMk id="8" creationId="{192D4E25-4A15-F302-45AF-52408EC6981E}"/>
          </ac:spMkLst>
        </pc:spChg>
        <pc:picChg chg="add mod modCrop">
          <ac:chgData name="Karim Bouzoubaa" userId="S::karim.bouzoubaa@roehampton.ac.uk::a3a9a514-8abd-438f-9afe-5c96854afaee" providerId="AD" clId="Web-{C6E9E5F8-6458-F97B-60D2-53C24C8912D3}" dt="2024-07-29T12:14:31.862" v="31" actId="1076"/>
          <ac:picMkLst>
            <pc:docMk/>
            <pc:sldMk cId="3999230286" sldId="265"/>
            <ac:picMk id="3" creationId="{1CD0A13F-3FB6-2E50-7238-5B993CF0AC7D}"/>
          </ac:picMkLst>
        </pc:picChg>
      </pc:sldChg>
      <pc:sldChg chg="modSp">
        <pc:chgData name="Karim Bouzoubaa" userId="S::karim.bouzoubaa@roehampton.ac.uk::a3a9a514-8abd-438f-9afe-5c96854afaee" providerId="AD" clId="Web-{C6E9E5F8-6458-F97B-60D2-53C24C8912D3}" dt="2024-07-29T12:26:54.268" v="348" actId="20577"/>
        <pc:sldMkLst>
          <pc:docMk/>
          <pc:sldMk cId="376204826" sldId="294"/>
        </pc:sldMkLst>
        <pc:spChg chg="mod">
          <ac:chgData name="Karim Bouzoubaa" userId="S::karim.bouzoubaa@roehampton.ac.uk::a3a9a514-8abd-438f-9afe-5c96854afaee" providerId="AD" clId="Web-{C6E9E5F8-6458-F97B-60D2-53C24C8912D3}" dt="2024-07-29T12:26:54.268" v="348" actId="20577"/>
          <ac:spMkLst>
            <pc:docMk/>
            <pc:sldMk cId="376204826" sldId="294"/>
            <ac:spMk id="4" creationId="{DB3C37E4-1F85-E1DF-6618-448C08528F39}"/>
          </ac:spMkLst>
        </pc:spChg>
      </pc:sldChg>
      <pc:sldChg chg="modSp">
        <pc:chgData name="Karim Bouzoubaa" userId="S::karim.bouzoubaa@roehampton.ac.uk::a3a9a514-8abd-438f-9afe-5c96854afaee" providerId="AD" clId="Web-{C6E9E5F8-6458-F97B-60D2-53C24C8912D3}" dt="2024-07-29T12:21:12.239" v="166" actId="20577"/>
        <pc:sldMkLst>
          <pc:docMk/>
          <pc:sldMk cId="3119384779" sldId="295"/>
        </pc:sldMkLst>
        <pc:spChg chg="mod">
          <ac:chgData name="Karim Bouzoubaa" userId="S::karim.bouzoubaa@roehampton.ac.uk::a3a9a514-8abd-438f-9afe-5c96854afaee" providerId="AD" clId="Web-{C6E9E5F8-6458-F97B-60D2-53C24C8912D3}" dt="2024-07-29T12:21:12.239" v="166" actId="20577"/>
          <ac:spMkLst>
            <pc:docMk/>
            <pc:sldMk cId="3119384779" sldId="295"/>
            <ac:spMk id="3" creationId="{B3D8BE41-72B7-2052-9EB9-9C51602780DC}"/>
          </ac:spMkLst>
        </pc:spChg>
      </pc:sldChg>
      <pc:sldChg chg="modSp">
        <pc:chgData name="Karim Bouzoubaa" userId="S::karim.bouzoubaa@roehampton.ac.uk::a3a9a514-8abd-438f-9afe-5c96854afaee" providerId="AD" clId="Web-{C6E9E5F8-6458-F97B-60D2-53C24C8912D3}" dt="2024-07-29T15:51:55.211" v="848" actId="20577"/>
        <pc:sldMkLst>
          <pc:docMk/>
          <pc:sldMk cId="3266900040" sldId="300"/>
        </pc:sldMkLst>
        <pc:spChg chg="mod">
          <ac:chgData name="Karim Bouzoubaa" userId="S::karim.bouzoubaa@roehampton.ac.uk::a3a9a514-8abd-438f-9afe-5c96854afaee" providerId="AD" clId="Web-{C6E9E5F8-6458-F97B-60D2-53C24C8912D3}" dt="2024-07-29T15:51:55.211" v="848" actId="20577"/>
          <ac:spMkLst>
            <pc:docMk/>
            <pc:sldMk cId="3266900040" sldId="300"/>
            <ac:spMk id="5" creationId="{09A24666-F6F9-55BE-8D5D-805779DFC591}"/>
          </ac:spMkLst>
        </pc:spChg>
      </pc:sldChg>
      <pc:sldChg chg="modSp">
        <pc:chgData name="Karim Bouzoubaa" userId="S::karim.bouzoubaa@roehampton.ac.uk::a3a9a514-8abd-438f-9afe-5c96854afaee" providerId="AD" clId="Web-{C6E9E5F8-6458-F97B-60D2-53C24C8912D3}" dt="2024-07-29T15:35:43.433" v="360" actId="20577"/>
        <pc:sldMkLst>
          <pc:docMk/>
          <pc:sldMk cId="311493149" sldId="303"/>
        </pc:sldMkLst>
        <pc:spChg chg="mod">
          <ac:chgData name="Karim Bouzoubaa" userId="S::karim.bouzoubaa@roehampton.ac.uk::a3a9a514-8abd-438f-9afe-5c96854afaee" providerId="AD" clId="Web-{C6E9E5F8-6458-F97B-60D2-53C24C8912D3}" dt="2024-07-29T15:35:43.433" v="360" actId="20577"/>
          <ac:spMkLst>
            <pc:docMk/>
            <pc:sldMk cId="311493149" sldId="303"/>
            <ac:spMk id="3" creationId="{486602FF-00EB-DC2D-26EC-24DDBEAD09AA}"/>
          </ac:spMkLst>
        </pc:spChg>
      </pc:sldChg>
      <pc:sldChg chg="modSp">
        <pc:chgData name="Karim Bouzoubaa" userId="S::karim.bouzoubaa@roehampton.ac.uk::a3a9a514-8abd-438f-9afe-5c96854afaee" providerId="AD" clId="Web-{C6E9E5F8-6458-F97B-60D2-53C24C8912D3}" dt="2024-07-29T15:36:02.418" v="365" actId="20577"/>
        <pc:sldMkLst>
          <pc:docMk/>
          <pc:sldMk cId="1942258377" sldId="304"/>
        </pc:sldMkLst>
        <pc:spChg chg="mod">
          <ac:chgData name="Karim Bouzoubaa" userId="S::karim.bouzoubaa@roehampton.ac.uk::a3a9a514-8abd-438f-9afe-5c96854afaee" providerId="AD" clId="Web-{C6E9E5F8-6458-F97B-60D2-53C24C8912D3}" dt="2024-07-29T15:36:02.418" v="365" actId="20577"/>
          <ac:spMkLst>
            <pc:docMk/>
            <pc:sldMk cId="1942258377" sldId="304"/>
            <ac:spMk id="3" creationId="{486602FF-00EB-DC2D-26EC-24DDBEAD09AA}"/>
          </ac:spMkLst>
        </pc:spChg>
      </pc:sldChg>
      <pc:sldChg chg="modSp">
        <pc:chgData name="Karim Bouzoubaa" userId="S::karim.bouzoubaa@roehampton.ac.uk::a3a9a514-8abd-438f-9afe-5c96854afaee" providerId="AD" clId="Web-{C6E9E5F8-6458-F97B-60D2-53C24C8912D3}" dt="2024-07-29T15:50:31.178" v="843" actId="20577"/>
        <pc:sldMkLst>
          <pc:docMk/>
          <pc:sldMk cId="3219584906" sldId="306"/>
        </pc:sldMkLst>
        <pc:spChg chg="mod">
          <ac:chgData name="Karim Bouzoubaa" userId="S::karim.bouzoubaa@roehampton.ac.uk::a3a9a514-8abd-438f-9afe-5c96854afaee" providerId="AD" clId="Web-{C6E9E5F8-6458-F97B-60D2-53C24C8912D3}" dt="2024-07-29T15:44:56.197" v="660" actId="20577"/>
          <ac:spMkLst>
            <pc:docMk/>
            <pc:sldMk cId="3219584906" sldId="306"/>
            <ac:spMk id="2" creationId="{0D912D1E-3046-D830-B039-050450805597}"/>
          </ac:spMkLst>
        </pc:spChg>
        <pc:spChg chg="mod">
          <ac:chgData name="Karim Bouzoubaa" userId="S::karim.bouzoubaa@roehampton.ac.uk::a3a9a514-8abd-438f-9afe-5c96854afaee" providerId="AD" clId="Web-{C6E9E5F8-6458-F97B-60D2-53C24C8912D3}" dt="2024-07-29T15:50:31.178" v="843" actId="20577"/>
          <ac:spMkLst>
            <pc:docMk/>
            <pc:sldMk cId="3219584906" sldId="306"/>
            <ac:spMk id="3" creationId="{486602FF-00EB-DC2D-26EC-24DDBEAD09AA}"/>
          </ac:spMkLst>
        </pc:spChg>
      </pc:sldChg>
      <pc:sldChg chg="modSp add replId">
        <pc:chgData name="Karim Bouzoubaa" userId="S::karim.bouzoubaa@roehampton.ac.uk::a3a9a514-8abd-438f-9afe-5c96854afaee" providerId="AD" clId="Web-{C6E9E5F8-6458-F97B-60D2-53C24C8912D3}" dt="2024-07-29T15:44:47.494" v="655" actId="20577"/>
        <pc:sldMkLst>
          <pc:docMk/>
          <pc:sldMk cId="2551701566" sldId="312"/>
        </pc:sldMkLst>
        <pc:spChg chg="mod">
          <ac:chgData name="Karim Bouzoubaa" userId="S::karim.bouzoubaa@roehampton.ac.uk::a3a9a514-8abd-438f-9afe-5c96854afaee" providerId="AD" clId="Web-{C6E9E5F8-6458-F97B-60D2-53C24C8912D3}" dt="2024-07-29T15:36:27.481" v="371" actId="20577"/>
          <ac:spMkLst>
            <pc:docMk/>
            <pc:sldMk cId="2551701566" sldId="312"/>
            <ac:spMk id="2" creationId="{0D912D1E-3046-D830-B039-050450805597}"/>
          </ac:spMkLst>
        </pc:spChg>
        <pc:spChg chg="mod">
          <ac:chgData name="Karim Bouzoubaa" userId="S::karim.bouzoubaa@roehampton.ac.uk::a3a9a514-8abd-438f-9afe-5c96854afaee" providerId="AD" clId="Web-{C6E9E5F8-6458-F97B-60D2-53C24C8912D3}" dt="2024-07-29T15:44:47.494" v="655" actId="20577"/>
          <ac:spMkLst>
            <pc:docMk/>
            <pc:sldMk cId="2551701566" sldId="312"/>
            <ac:spMk id="3" creationId="{486602FF-00EB-DC2D-26EC-24DDBEAD09AA}"/>
          </ac:spMkLst>
        </pc:spChg>
      </pc:sldChg>
    </pc:docChg>
  </pc:docChgLst>
  <pc:docChgLst>
    <pc:chgData name="Karim Bouzoubaa" userId="S::karim.bouzoubaa@roehampton.ac.uk::a3a9a514-8abd-438f-9afe-5c96854afaee" providerId="AD" clId="Web-{1E49F942-C3E8-1326-13CD-7DE983A2EFE2}"/>
    <pc:docChg chg="delSld modSld">
      <pc:chgData name="Karim Bouzoubaa" userId="S::karim.bouzoubaa@roehampton.ac.uk::a3a9a514-8abd-438f-9afe-5c96854afaee" providerId="AD" clId="Web-{1E49F942-C3E8-1326-13CD-7DE983A2EFE2}" dt="2024-07-04T12:42:26.202" v="169"/>
      <pc:docMkLst>
        <pc:docMk/>
      </pc:docMkLst>
      <pc:sldChg chg="del">
        <pc:chgData name="Karim Bouzoubaa" userId="S::karim.bouzoubaa@roehampton.ac.uk::a3a9a514-8abd-438f-9afe-5c96854afaee" providerId="AD" clId="Web-{1E49F942-C3E8-1326-13CD-7DE983A2EFE2}" dt="2024-07-04T12:40:18.870" v="115"/>
        <pc:sldMkLst>
          <pc:docMk/>
          <pc:sldMk cId="1937034263" sldId="256"/>
        </pc:sldMkLst>
      </pc:sldChg>
      <pc:sldChg chg="del">
        <pc:chgData name="Karim Bouzoubaa" userId="S::karim.bouzoubaa@roehampton.ac.uk::a3a9a514-8abd-438f-9afe-5c96854afaee" providerId="AD" clId="Web-{1E49F942-C3E8-1326-13CD-7DE983A2EFE2}" dt="2024-07-04T12:40:18.870" v="114"/>
        <pc:sldMkLst>
          <pc:docMk/>
          <pc:sldMk cId="3910292946" sldId="257"/>
        </pc:sldMkLst>
      </pc:sldChg>
      <pc:sldChg chg="del">
        <pc:chgData name="Karim Bouzoubaa" userId="S::karim.bouzoubaa@roehampton.ac.uk::a3a9a514-8abd-438f-9afe-5c96854afaee" providerId="AD" clId="Web-{1E49F942-C3E8-1326-13CD-7DE983A2EFE2}" dt="2024-07-04T12:40:18.870" v="112"/>
        <pc:sldMkLst>
          <pc:docMk/>
          <pc:sldMk cId="2719735654" sldId="258"/>
        </pc:sldMkLst>
      </pc:sldChg>
      <pc:sldChg chg="del">
        <pc:chgData name="Karim Bouzoubaa" userId="S::karim.bouzoubaa@roehampton.ac.uk::a3a9a514-8abd-438f-9afe-5c96854afaee" providerId="AD" clId="Web-{1E49F942-C3E8-1326-13CD-7DE983A2EFE2}" dt="2024-07-04T12:40:18.870" v="111"/>
        <pc:sldMkLst>
          <pc:docMk/>
          <pc:sldMk cId="452399947" sldId="259"/>
        </pc:sldMkLst>
      </pc:sldChg>
      <pc:sldChg chg="del">
        <pc:chgData name="Karim Bouzoubaa" userId="S::karim.bouzoubaa@roehampton.ac.uk::a3a9a514-8abd-438f-9afe-5c96854afaee" providerId="AD" clId="Web-{1E49F942-C3E8-1326-13CD-7DE983A2EFE2}" dt="2024-07-04T12:40:18.870" v="113"/>
        <pc:sldMkLst>
          <pc:docMk/>
          <pc:sldMk cId="234048916" sldId="260"/>
        </pc:sldMkLst>
      </pc:sldChg>
      <pc:sldChg chg="del">
        <pc:chgData name="Karim Bouzoubaa" userId="S::karim.bouzoubaa@roehampton.ac.uk::a3a9a514-8abd-438f-9afe-5c96854afaee" providerId="AD" clId="Web-{1E49F942-C3E8-1326-13CD-7DE983A2EFE2}" dt="2024-07-04T12:40:18.870" v="110"/>
        <pc:sldMkLst>
          <pc:docMk/>
          <pc:sldMk cId="240533195" sldId="261"/>
        </pc:sldMkLst>
      </pc:sldChg>
      <pc:sldChg chg="del">
        <pc:chgData name="Karim Bouzoubaa" userId="S::karim.bouzoubaa@roehampton.ac.uk::a3a9a514-8abd-438f-9afe-5c96854afaee" providerId="AD" clId="Web-{1E49F942-C3E8-1326-13CD-7DE983A2EFE2}" dt="2024-07-04T12:40:18.870" v="109"/>
        <pc:sldMkLst>
          <pc:docMk/>
          <pc:sldMk cId="2138800616" sldId="262"/>
        </pc:sldMkLst>
      </pc:sldChg>
      <pc:sldChg chg="del">
        <pc:chgData name="Karim Bouzoubaa" userId="S::karim.bouzoubaa@roehampton.ac.uk::a3a9a514-8abd-438f-9afe-5c96854afaee" providerId="AD" clId="Web-{1E49F942-C3E8-1326-13CD-7DE983A2EFE2}" dt="2024-07-04T12:40:18.870" v="108"/>
        <pc:sldMkLst>
          <pc:docMk/>
          <pc:sldMk cId="2992278026" sldId="263"/>
        </pc:sldMkLst>
      </pc:sldChg>
      <pc:sldChg chg="del">
        <pc:chgData name="Karim Bouzoubaa" userId="S::karim.bouzoubaa@roehampton.ac.uk::a3a9a514-8abd-438f-9afe-5c96854afaee" providerId="AD" clId="Web-{1E49F942-C3E8-1326-13CD-7DE983A2EFE2}" dt="2024-07-04T12:40:18.870" v="107"/>
        <pc:sldMkLst>
          <pc:docMk/>
          <pc:sldMk cId="2544504913" sldId="264"/>
        </pc:sldMkLst>
      </pc:sldChg>
      <pc:sldChg chg="modSp">
        <pc:chgData name="Karim Bouzoubaa" userId="S::karim.bouzoubaa@roehampton.ac.uk::a3a9a514-8abd-438f-9afe-5c96854afaee" providerId="AD" clId="Web-{1E49F942-C3E8-1326-13CD-7DE983A2EFE2}" dt="2024-07-04T12:42:18.123" v="168" actId="1076"/>
        <pc:sldMkLst>
          <pc:docMk/>
          <pc:sldMk cId="3119384779" sldId="295"/>
        </pc:sldMkLst>
        <pc:spChg chg="mod">
          <ac:chgData name="Karim Bouzoubaa" userId="S::karim.bouzoubaa@roehampton.ac.uk::a3a9a514-8abd-438f-9afe-5c96854afaee" providerId="AD" clId="Web-{1E49F942-C3E8-1326-13CD-7DE983A2EFE2}" dt="2024-07-04T12:42:13.498" v="167" actId="14100"/>
          <ac:spMkLst>
            <pc:docMk/>
            <pc:sldMk cId="3119384779" sldId="295"/>
            <ac:spMk id="2" creationId="{4CB0D0A2-FA1E-9275-40BD-1A574184F247}"/>
          </ac:spMkLst>
        </pc:spChg>
        <pc:spChg chg="mod">
          <ac:chgData name="Karim Bouzoubaa" userId="S::karim.bouzoubaa@roehampton.ac.uk::a3a9a514-8abd-438f-9afe-5c96854afaee" providerId="AD" clId="Web-{1E49F942-C3E8-1326-13CD-7DE983A2EFE2}" dt="2024-07-04T12:42:18.123" v="168" actId="1076"/>
          <ac:spMkLst>
            <pc:docMk/>
            <pc:sldMk cId="3119384779" sldId="295"/>
            <ac:spMk id="3" creationId="{B3D8BE41-72B7-2052-9EB9-9C51602780DC}"/>
          </ac:spMkLst>
        </pc:spChg>
      </pc:sldChg>
      <pc:sldChg chg="del">
        <pc:chgData name="Karim Bouzoubaa" userId="S::karim.bouzoubaa@roehampton.ac.uk::a3a9a514-8abd-438f-9afe-5c96854afaee" providerId="AD" clId="Web-{1E49F942-C3E8-1326-13CD-7DE983A2EFE2}" dt="2024-07-04T12:42:26.202" v="169"/>
        <pc:sldMkLst>
          <pc:docMk/>
          <pc:sldMk cId="1289168055" sldId="301"/>
        </pc:sldMkLst>
      </pc:sldChg>
      <pc:sldChg chg="modSp">
        <pc:chgData name="Karim Bouzoubaa" userId="S::karim.bouzoubaa@roehampton.ac.uk::a3a9a514-8abd-438f-9afe-5c96854afaee" providerId="AD" clId="Web-{1E49F942-C3E8-1326-13CD-7DE983A2EFE2}" dt="2024-07-04T12:37:56.069" v="93" actId="20577"/>
        <pc:sldMkLst>
          <pc:docMk/>
          <pc:sldMk cId="1817344442" sldId="302"/>
        </pc:sldMkLst>
        <pc:spChg chg="mod">
          <ac:chgData name="Karim Bouzoubaa" userId="S::karim.bouzoubaa@roehampton.ac.uk::a3a9a514-8abd-438f-9afe-5c96854afaee" providerId="AD" clId="Web-{1E49F942-C3E8-1326-13CD-7DE983A2EFE2}" dt="2024-07-04T12:37:56.069" v="93" actId="20577"/>
          <ac:spMkLst>
            <pc:docMk/>
            <pc:sldMk cId="1817344442" sldId="302"/>
            <ac:spMk id="3" creationId="{9C671AC4-D5A7-520C-D43D-40151EE7E5A5}"/>
          </ac:spMkLst>
        </pc:spChg>
      </pc:sldChg>
      <pc:sldChg chg="modSp">
        <pc:chgData name="Karim Bouzoubaa" userId="S::karim.bouzoubaa@roehampton.ac.uk::a3a9a514-8abd-438f-9afe-5c96854afaee" providerId="AD" clId="Web-{1E49F942-C3E8-1326-13CD-7DE983A2EFE2}" dt="2024-07-04T12:38:59.961" v="96" actId="20577"/>
        <pc:sldMkLst>
          <pc:docMk/>
          <pc:sldMk cId="3219584906" sldId="306"/>
        </pc:sldMkLst>
        <pc:spChg chg="mod">
          <ac:chgData name="Karim Bouzoubaa" userId="S::karim.bouzoubaa@roehampton.ac.uk::a3a9a514-8abd-438f-9afe-5c96854afaee" providerId="AD" clId="Web-{1E49F942-C3E8-1326-13CD-7DE983A2EFE2}" dt="2024-07-04T12:38:59.961" v="96" actId="20577"/>
          <ac:spMkLst>
            <pc:docMk/>
            <pc:sldMk cId="3219584906" sldId="306"/>
            <ac:spMk id="3" creationId="{486602FF-00EB-DC2D-26EC-24DDBEAD09AA}"/>
          </ac:spMkLst>
        </pc:spChg>
      </pc:sldChg>
    </pc:docChg>
  </pc:docChgLst>
  <pc:docChgLst>
    <pc:chgData name="Karim Bouzoubaa" userId="S::karim.bouzoubaa@roehampton.ac.uk::a3a9a514-8abd-438f-9afe-5c96854afaee" providerId="AD" clId="Web-{37841ECC-0FF9-1CD4-170F-83A5EEA378C5}"/>
    <pc:docChg chg="delSld modSld">
      <pc:chgData name="Karim Bouzoubaa" userId="S::karim.bouzoubaa@roehampton.ac.uk::a3a9a514-8abd-438f-9afe-5c96854afaee" providerId="AD" clId="Web-{37841ECC-0FF9-1CD4-170F-83A5EEA378C5}" dt="2024-08-09T09:16:25.056" v="3"/>
      <pc:docMkLst>
        <pc:docMk/>
      </pc:docMkLst>
      <pc:sldChg chg="modSp">
        <pc:chgData name="Karim Bouzoubaa" userId="S::karim.bouzoubaa@roehampton.ac.uk::a3a9a514-8abd-438f-9afe-5c96854afaee" providerId="AD" clId="Web-{37841ECC-0FF9-1CD4-170F-83A5EEA378C5}" dt="2024-08-09T09:15:01.333" v="2" actId="20577"/>
        <pc:sldMkLst>
          <pc:docMk/>
          <pc:sldMk cId="3266900040" sldId="300"/>
        </pc:sldMkLst>
        <pc:spChg chg="mod">
          <ac:chgData name="Karim Bouzoubaa" userId="S::karim.bouzoubaa@roehampton.ac.uk::a3a9a514-8abd-438f-9afe-5c96854afaee" providerId="AD" clId="Web-{37841ECC-0FF9-1CD4-170F-83A5EEA378C5}" dt="2024-08-09T09:15:01.333" v="2" actId="20577"/>
          <ac:spMkLst>
            <pc:docMk/>
            <pc:sldMk cId="3266900040" sldId="300"/>
            <ac:spMk id="5" creationId="{09A24666-F6F9-55BE-8D5D-805779DFC591}"/>
          </ac:spMkLst>
        </pc:spChg>
      </pc:sldChg>
      <pc:sldChg chg="del">
        <pc:chgData name="Karim Bouzoubaa" userId="S::karim.bouzoubaa@roehampton.ac.uk::a3a9a514-8abd-438f-9afe-5c96854afaee" providerId="AD" clId="Web-{37841ECC-0FF9-1CD4-170F-83A5EEA378C5}" dt="2024-08-09T09:16:25.056" v="3"/>
        <pc:sldMkLst>
          <pc:docMk/>
          <pc:sldMk cId="2101574563" sldId="314"/>
        </pc:sldMkLst>
      </pc:sldChg>
    </pc:docChg>
  </pc:docChgLst>
  <pc:docChgLst>
    <pc:chgData name="Mohammad Javaheri" userId="S::mohammad.javaheri@roehampton.ac.uk::72c5dde4-b71e-4bed-a6d4-7809695308b0" providerId="AD" clId="Web-{E32175BE-A94A-4B96-988E-435A57B04EF9}"/>
    <pc:docChg chg="addSld sldOrd">
      <pc:chgData name="Mohammad Javaheri" userId="S::mohammad.javaheri@roehampton.ac.uk::72c5dde4-b71e-4bed-a6d4-7809695308b0" providerId="AD" clId="Web-{E32175BE-A94A-4B96-988E-435A57B04EF9}" dt="2024-08-08T12:54:40.526" v="12"/>
      <pc:docMkLst>
        <pc:docMk/>
      </pc:docMkLst>
      <pc:sldChg chg="ord">
        <pc:chgData name="Mohammad Javaheri" userId="S::mohammad.javaheri@roehampton.ac.uk::72c5dde4-b71e-4bed-a6d4-7809695308b0" providerId="AD" clId="Web-{E32175BE-A94A-4B96-988E-435A57B04EF9}" dt="2024-08-08T12:54:40.526" v="12"/>
        <pc:sldMkLst>
          <pc:docMk/>
          <pc:sldMk cId="3999230286" sldId="265"/>
        </pc:sldMkLst>
      </pc:sldChg>
      <pc:sldChg chg="add">
        <pc:chgData name="Mohammad Javaheri" userId="S::mohammad.javaheri@roehampton.ac.uk::72c5dde4-b71e-4bed-a6d4-7809695308b0" providerId="AD" clId="Web-{E32175BE-A94A-4B96-988E-435A57B04EF9}" dt="2024-08-08T12:54:29.588" v="0"/>
        <pc:sldMkLst>
          <pc:docMk/>
          <pc:sldMk cId="2656287171" sldId="313"/>
        </pc:sldMkLst>
      </pc:sldChg>
      <pc:sldChg chg="add">
        <pc:chgData name="Mohammad Javaheri" userId="S::mohammad.javaheri@roehampton.ac.uk::72c5dde4-b71e-4bed-a6d4-7809695308b0" providerId="AD" clId="Web-{E32175BE-A94A-4B96-988E-435A57B04EF9}" dt="2024-08-08T12:54:29.588" v="1"/>
        <pc:sldMkLst>
          <pc:docMk/>
          <pc:sldMk cId="1190664176" sldId="314"/>
        </pc:sldMkLst>
      </pc:sldChg>
      <pc:sldChg chg="add">
        <pc:chgData name="Mohammad Javaheri" userId="S::mohammad.javaheri@roehampton.ac.uk::72c5dde4-b71e-4bed-a6d4-7809695308b0" providerId="AD" clId="Web-{E32175BE-A94A-4B96-988E-435A57B04EF9}" dt="2024-08-08T12:54:29.604" v="2"/>
        <pc:sldMkLst>
          <pc:docMk/>
          <pc:sldMk cId="1457794330" sldId="315"/>
        </pc:sldMkLst>
      </pc:sldChg>
      <pc:sldChg chg="add">
        <pc:chgData name="Mohammad Javaheri" userId="S::mohammad.javaheri@roehampton.ac.uk::72c5dde4-b71e-4bed-a6d4-7809695308b0" providerId="AD" clId="Web-{E32175BE-A94A-4B96-988E-435A57B04EF9}" dt="2024-08-08T12:54:29.604" v="3"/>
        <pc:sldMkLst>
          <pc:docMk/>
          <pc:sldMk cId="3994608740" sldId="316"/>
        </pc:sldMkLst>
      </pc:sldChg>
      <pc:sldChg chg="add">
        <pc:chgData name="Mohammad Javaheri" userId="S::mohammad.javaheri@roehampton.ac.uk::72c5dde4-b71e-4bed-a6d4-7809695308b0" providerId="AD" clId="Web-{E32175BE-A94A-4B96-988E-435A57B04EF9}" dt="2024-08-08T12:54:29.604" v="4"/>
        <pc:sldMkLst>
          <pc:docMk/>
          <pc:sldMk cId="3341964279" sldId="317"/>
        </pc:sldMkLst>
      </pc:sldChg>
      <pc:sldChg chg="add">
        <pc:chgData name="Mohammad Javaheri" userId="S::mohammad.javaheri@roehampton.ac.uk::72c5dde4-b71e-4bed-a6d4-7809695308b0" providerId="AD" clId="Web-{E32175BE-A94A-4B96-988E-435A57B04EF9}" dt="2024-08-08T12:54:29.604" v="5"/>
        <pc:sldMkLst>
          <pc:docMk/>
          <pc:sldMk cId="4262811898" sldId="318"/>
        </pc:sldMkLst>
      </pc:sldChg>
      <pc:sldChg chg="add">
        <pc:chgData name="Mohammad Javaheri" userId="S::mohammad.javaheri@roehampton.ac.uk::72c5dde4-b71e-4bed-a6d4-7809695308b0" providerId="AD" clId="Web-{E32175BE-A94A-4B96-988E-435A57B04EF9}" dt="2024-08-08T12:54:29.604" v="6"/>
        <pc:sldMkLst>
          <pc:docMk/>
          <pc:sldMk cId="2864531981" sldId="319"/>
        </pc:sldMkLst>
      </pc:sldChg>
      <pc:sldChg chg="add">
        <pc:chgData name="Mohammad Javaheri" userId="S::mohammad.javaheri@roehampton.ac.uk::72c5dde4-b71e-4bed-a6d4-7809695308b0" providerId="AD" clId="Web-{E32175BE-A94A-4B96-988E-435A57B04EF9}" dt="2024-08-08T12:54:29.604" v="7"/>
        <pc:sldMkLst>
          <pc:docMk/>
          <pc:sldMk cId="374563348" sldId="320"/>
        </pc:sldMkLst>
      </pc:sldChg>
      <pc:sldChg chg="add">
        <pc:chgData name="Mohammad Javaheri" userId="S::mohammad.javaheri@roehampton.ac.uk::72c5dde4-b71e-4bed-a6d4-7809695308b0" providerId="AD" clId="Web-{E32175BE-A94A-4B96-988E-435A57B04EF9}" dt="2024-08-08T12:54:29.619" v="8"/>
        <pc:sldMkLst>
          <pc:docMk/>
          <pc:sldMk cId="4089697707" sldId="321"/>
        </pc:sldMkLst>
      </pc:sldChg>
      <pc:sldChg chg="add">
        <pc:chgData name="Mohammad Javaheri" userId="S::mohammad.javaheri@roehampton.ac.uk::72c5dde4-b71e-4bed-a6d4-7809695308b0" providerId="AD" clId="Web-{E32175BE-A94A-4B96-988E-435A57B04EF9}" dt="2024-08-08T12:54:29.619" v="9"/>
        <pc:sldMkLst>
          <pc:docMk/>
          <pc:sldMk cId="1699228346" sldId="322"/>
        </pc:sldMkLst>
      </pc:sldChg>
      <pc:sldChg chg="add">
        <pc:chgData name="Mohammad Javaheri" userId="S::mohammad.javaheri@roehampton.ac.uk::72c5dde4-b71e-4bed-a6d4-7809695308b0" providerId="AD" clId="Web-{E32175BE-A94A-4B96-988E-435A57B04EF9}" dt="2024-08-08T12:54:29.619" v="10"/>
        <pc:sldMkLst>
          <pc:docMk/>
          <pc:sldMk cId="1082986745" sldId="323"/>
        </pc:sldMkLst>
      </pc:sldChg>
    </pc:docChg>
  </pc:docChgLst>
  <pc:docChgLst>
    <pc:chgData clId="Web-{E32175BE-A94A-4B96-988E-435A57B04EF9}"/>
    <pc:docChg chg="modSld">
      <pc:chgData name="" userId="" providerId="" clId="Web-{E32175BE-A94A-4B96-988E-435A57B04EF9}" dt="2024-08-08T12:45:21.647" v="0"/>
      <pc:docMkLst>
        <pc:docMk/>
      </pc:docMkLst>
      <pc:sldChg chg="delSp">
        <pc:chgData name="" userId="" providerId="" clId="Web-{E32175BE-A94A-4B96-988E-435A57B04EF9}" dt="2024-08-08T12:45:21.647" v="0"/>
        <pc:sldMkLst>
          <pc:docMk/>
          <pc:sldMk cId="3999230286" sldId="265"/>
        </pc:sldMkLst>
        <pc:picChg chg="del">
          <ac:chgData name="" userId="" providerId="" clId="Web-{E32175BE-A94A-4B96-988E-435A57B04EF9}" dt="2024-08-08T12:45:21.647" v="0"/>
          <ac:picMkLst>
            <pc:docMk/>
            <pc:sldMk cId="3999230286" sldId="265"/>
            <ac:picMk id="3" creationId="{1CD0A13F-3FB6-2E50-7238-5B993CF0AC7D}"/>
          </ac:picMkLst>
        </pc:picChg>
      </pc:sldChg>
    </pc:docChg>
  </pc:docChgLst>
  <pc:docChgLst>
    <pc:chgData name="Mohammad Javaheri" userId="S::mohammad.javaheri@roehampton.ac.uk::72c5dde4-b71e-4bed-a6d4-7809695308b0" providerId="AD" clId="Web-{BB3567F1-54C9-48EF-F025-50DC8A13A8E4}"/>
    <pc:docChg chg="addSld delSld modSld sldOrd">
      <pc:chgData name="Mohammad Javaheri" userId="S::mohammad.javaheri@roehampton.ac.uk::72c5dde4-b71e-4bed-a6d4-7809695308b0" providerId="AD" clId="Web-{BB3567F1-54C9-48EF-F025-50DC8A13A8E4}" dt="2024-07-04T12:14:37.414" v="47" actId="20577"/>
      <pc:docMkLst>
        <pc:docMk/>
      </pc:docMkLst>
      <pc:sldChg chg="ord">
        <pc:chgData name="Mohammad Javaheri" userId="S::mohammad.javaheri@roehampton.ac.uk::72c5dde4-b71e-4bed-a6d4-7809695308b0" providerId="AD" clId="Web-{BB3567F1-54C9-48EF-F025-50DC8A13A8E4}" dt="2024-07-04T12:13:13.299" v="37"/>
        <pc:sldMkLst>
          <pc:docMk/>
          <pc:sldMk cId="1937034263" sldId="256"/>
        </pc:sldMkLst>
      </pc:sldChg>
      <pc:sldChg chg="add del">
        <pc:chgData name="Mohammad Javaheri" userId="S::mohammad.javaheri@roehampton.ac.uk::72c5dde4-b71e-4bed-a6d4-7809695308b0" providerId="AD" clId="Web-{BB3567F1-54C9-48EF-F025-50DC8A13A8E4}" dt="2024-07-04T12:12:43.282" v="22"/>
        <pc:sldMkLst>
          <pc:docMk/>
          <pc:sldMk cId="3999230286" sldId="265"/>
        </pc:sldMkLst>
      </pc:sldChg>
      <pc:sldChg chg="add del">
        <pc:chgData name="Mohammad Javaheri" userId="S::mohammad.javaheri@roehampton.ac.uk::72c5dde4-b71e-4bed-a6d4-7809695308b0" providerId="AD" clId="Web-{BB3567F1-54C9-48EF-F025-50DC8A13A8E4}" dt="2024-07-04T12:12:43.313" v="25"/>
        <pc:sldMkLst>
          <pc:docMk/>
          <pc:sldMk cId="376204826" sldId="294"/>
        </pc:sldMkLst>
      </pc:sldChg>
      <pc:sldChg chg="modSp add del">
        <pc:chgData name="Mohammad Javaheri" userId="S::mohammad.javaheri@roehampton.ac.uk::72c5dde4-b71e-4bed-a6d4-7809695308b0" providerId="AD" clId="Web-{BB3567F1-54C9-48EF-F025-50DC8A13A8E4}" dt="2024-07-04T12:13:52.755" v="39" actId="20577"/>
        <pc:sldMkLst>
          <pc:docMk/>
          <pc:sldMk cId="3119384779" sldId="295"/>
        </pc:sldMkLst>
        <pc:spChg chg="mod">
          <ac:chgData name="Mohammad Javaheri" userId="S::mohammad.javaheri@roehampton.ac.uk::72c5dde4-b71e-4bed-a6d4-7809695308b0" providerId="AD" clId="Web-{BB3567F1-54C9-48EF-F025-50DC8A13A8E4}" dt="2024-07-04T12:13:52.755" v="39" actId="20577"/>
          <ac:spMkLst>
            <pc:docMk/>
            <pc:sldMk cId="3119384779" sldId="295"/>
            <ac:spMk id="3" creationId="{B3D8BE41-72B7-2052-9EB9-9C51602780DC}"/>
          </ac:spMkLst>
        </pc:spChg>
      </pc:sldChg>
      <pc:sldChg chg="add del">
        <pc:chgData name="Mohammad Javaheri" userId="S::mohammad.javaheri@roehampton.ac.uk::72c5dde4-b71e-4bed-a6d4-7809695308b0" providerId="AD" clId="Web-{BB3567F1-54C9-48EF-F025-50DC8A13A8E4}" dt="2024-07-04T12:12:43.298" v="24"/>
        <pc:sldMkLst>
          <pc:docMk/>
          <pc:sldMk cId="3266900040" sldId="300"/>
        </pc:sldMkLst>
      </pc:sldChg>
      <pc:sldChg chg="add del">
        <pc:chgData name="Mohammad Javaheri" userId="S::mohammad.javaheri@roehampton.ac.uk::72c5dde4-b71e-4bed-a6d4-7809695308b0" providerId="AD" clId="Web-{BB3567F1-54C9-48EF-F025-50DC8A13A8E4}" dt="2024-07-04T12:12:43.329" v="31"/>
        <pc:sldMkLst>
          <pc:docMk/>
          <pc:sldMk cId="1289168055" sldId="301"/>
        </pc:sldMkLst>
      </pc:sldChg>
      <pc:sldChg chg="add del">
        <pc:chgData name="Mohammad Javaheri" userId="S::mohammad.javaheri@roehampton.ac.uk::72c5dde4-b71e-4bed-a6d4-7809695308b0" providerId="AD" clId="Web-{BB3567F1-54C9-48EF-F025-50DC8A13A8E4}" dt="2024-07-04T12:12:43.313" v="26"/>
        <pc:sldMkLst>
          <pc:docMk/>
          <pc:sldMk cId="1817344442" sldId="302"/>
        </pc:sldMkLst>
      </pc:sldChg>
      <pc:sldChg chg="add">
        <pc:chgData name="Mohammad Javaheri" userId="S::mohammad.javaheri@roehampton.ac.uk::72c5dde4-b71e-4bed-a6d4-7809695308b0" providerId="AD" clId="Web-{BB3567F1-54C9-48EF-F025-50DC8A13A8E4}" dt="2024-07-04T12:12:43.313" v="27"/>
        <pc:sldMkLst>
          <pc:docMk/>
          <pc:sldMk cId="311493149" sldId="303"/>
        </pc:sldMkLst>
      </pc:sldChg>
      <pc:sldChg chg="add del">
        <pc:chgData name="Mohammad Javaheri" userId="S::mohammad.javaheri@roehampton.ac.uk::72c5dde4-b71e-4bed-a6d4-7809695308b0" providerId="AD" clId="Web-{BB3567F1-54C9-48EF-F025-50DC8A13A8E4}" dt="2024-07-04T12:12:39.891" v="16"/>
        <pc:sldMkLst>
          <pc:docMk/>
          <pc:sldMk cId="2599555092" sldId="303"/>
        </pc:sldMkLst>
      </pc:sldChg>
      <pc:sldChg chg="add del">
        <pc:chgData name="Mohammad Javaheri" userId="S::mohammad.javaheri@roehampton.ac.uk::72c5dde4-b71e-4bed-a6d4-7809695308b0" providerId="AD" clId="Web-{BB3567F1-54C9-48EF-F025-50DC8A13A8E4}" dt="2024-07-04T12:12:39.891" v="15"/>
        <pc:sldMkLst>
          <pc:docMk/>
          <pc:sldMk cId="1377303070" sldId="304"/>
        </pc:sldMkLst>
      </pc:sldChg>
      <pc:sldChg chg="modSp add">
        <pc:chgData name="Mohammad Javaheri" userId="S::mohammad.javaheri@roehampton.ac.uk::72c5dde4-b71e-4bed-a6d4-7809695308b0" providerId="AD" clId="Web-{BB3567F1-54C9-48EF-F025-50DC8A13A8E4}" dt="2024-07-04T12:14:20.069" v="42" actId="20577"/>
        <pc:sldMkLst>
          <pc:docMk/>
          <pc:sldMk cId="1942258377" sldId="304"/>
        </pc:sldMkLst>
        <pc:spChg chg="mod">
          <ac:chgData name="Mohammad Javaheri" userId="S::mohammad.javaheri@roehampton.ac.uk::72c5dde4-b71e-4bed-a6d4-7809695308b0" providerId="AD" clId="Web-{BB3567F1-54C9-48EF-F025-50DC8A13A8E4}" dt="2024-07-04T12:14:20.069" v="42" actId="20577"/>
          <ac:spMkLst>
            <pc:docMk/>
            <pc:sldMk cId="1942258377" sldId="304"/>
            <ac:spMk id="3" creationId="{486602FF-00EB-DC2D-26EC-24DDBEAD09AA}"/>
          </ac:spMkLst>
        </pc:spChg>
      </pc:sldChg>
      <pc:sldChg chg="add del">
        <pc:chgData name="Mohammad Javaheri" userId="S::mohammad.javaheri@roehampton.ac.uk::72c5dde4-b71e-4bed-a6d4-7809695308b0" providerId="AD" clId="Web-{BB3567F1-54C9-48EF-F025-50DC8A13A8E4}" dt="2024-07-04T12:12:39.875" v="14"/>
        <pc:sldMkLst>
          <pc:docMk/>
          <pc:sldMk cId="2835355821" sldId="305"/>
        </pc:sldMkLst>
      </pc:sldChg>
      <pc:sldChg chg="add">
        <pc:chgData name="Mohammad Javaheri" userId="S::mohammad.javaheri@roehampton.ac.uk::72c5dde4-b71e-4bed-a6d4-7809695308b0" providerId="AD" clId="Web-{BB3567F1-54C9-48EF-F025-50DC8A13A8E4}" dt="2024-07-04T12:12:43.329" v="29"/>
        <pc:sldMkLst>
          <pc:docMk/>
          <pc:sldMk cId="3944228163" sldId="305"/>
        </pc:sldMkLst>
      </pc:sldChg>
      <pc:sldChg chg="add del">
        <pc:chgData name="Mohammad Javaheri" userId="S::mohammad.javaheri@roehampton.ac.uk::72c5dde4-b71e-4bed-a6d4-7809695308b0" providerId="AD" clId="Web-{BB3567F1-54C9-48EF-F025-50DC8A13A8E4}" dt="2024-07-04T12:12:39.875" v="13"/>
        <pc:sldMkLst>
          <pc:docMk/>
          <pc:sldMk cId="1942387933" sldId="306"/>
        </pc:sldMkLst>
      </pc:sldChg>
      <pc:sldChg chg="modSp add">
        <pc:chgData name="Mohammad Javaheri" userId="S::mohammad.javaheri@roehampton.ac.uk::72c5dde4-b71e-4bed-a6d4-7809695308b0" providerId="AD" clId="Web-{BB3567F1-54C9-48EF-F025-50DC8A13A8E4}" dt="2024-07-04T12:14:37.414" v="47" actId="20577"/>
        <pc:sldMkLst>
          <pc:docMk/>
          <pc:sldMk cId="3219584906" sldId="306"/>
        </pc:sldMkLst>
        <pc:spChg chg="mod">
          <ac:chgData name="Mohammad Javaheri" userId="S::mohammad.javaheri@roehampton.ac.uk::72c5dde4-b71e-4bed-a6d4-7809695308b0" providerId="AD" clId="Web-{BB3567F1-54C9-48EF-F025-50DC8A13A8E4}" dt="2024-07-04T12:14:37.414" v="47" actId="20577"/>
          <ac:spMkLst>
            <pc:docMk/>
            <pc:sldMk cId="3219584906" sldId="306"/>
            <ac:spMk id="2" creationId="{0D912D1E-3046-D830-B039-050450805597}"/>
          </ac:spMkLst>
        </pc:spChg>
      </pc:sldChg>
      <pc:sldMasterChg chg="addSldLayout delSldLayout">
        <pc:chgData name="Mohammad Javaheri" userId="S::mohammad.javaheri@roehampton.ac.uk::72c5dde4-b71e-4bed-a6d4-7809695308b0" providerId="AD" clId="Web-{BB3567F1-54C9-48EF-F025-50DC8A13A8E4}" dt="2024-07-04T12:12:43.298" v="23"/>
        <pc:sldMasterMkLst>
          <pc:docMk/>
          <pc:sldMasterMk cId="2575588812" sldId="2147483648"/>
        </pc:sldMasterMkLst>
        <pc:sldLayoutChg chg="add">
          <pc:chgData name="Mohammad Javaheri" userId="S::mohammad.javaheri@roehampton.ac.uk::72c5dde4-b71e-4bed-a6d4-7809695308b0" providerId="AD" clId="Web-{BB3567F1-54C9-48EF-F025-50DC8A13A8E4}" dt="2024-07-04T11:54:18.434" v="0"/>
          <pc:sldLayoutMkLst>
            <pc:docMk/>
            <pc:sldMasterMk cId="2575588812" sldId="2147483648"/>
            <pc:sldLayoutMk cId="1985140453" sldId="2147483660"/>
          </pc:sldLayoutMkLst>
        </pc:sldLayoutChg>
        <pc:sldLayoutChg chg="add">
          <pc:chgData name="Mohammad Javaheri" userId="S::mohammad.javaheri@roehampton.ac.uk::72c5dde4-b71e-4bed-a6d4-7809695308b0" providerId="AD" clId="Web-{BB3567F1-54C9-48EF-F025-50DC8A13A8E4}" dt="2024-07-04T12:12:43.298" v="23"/>
          <pc:sldLayoutMkLst>
            <pc:docMk/>
            <pc:sldMasterMk cId="2575588812" sldId="2147483648"/>
            <pc:sldLayoutMk cId="2093151094" sldId="2147483661"/>
          </pc:sldLayoutMkLst>
        </pc:sldLayoutChg>
        <pc:sldLayoutChg chg="add del">
          <pc:chgData name="Mohammad Javaheri" userId="S::mohammad.javaheri@roehampton.ac.uk::72c5dde4-b71e-4bed-a6d4-7809695308b0" providerId="AD" clId="Web-{BB3567F1-54C9-48EF-F025-50DC8A13A8E4}" dt="2024-07-04T12:12:39.891" v="20"/>
          <pc:sldLayoutMkLst>
            <pc:docMk/>
            <pc:sldMasterMk cId="2575588812" sldId="2147483648"/>
            <pc:sldLayoutMk cId="4244691904" sldId="2147483661"/>
          </pc:sldLayoutMkLst>
        </pc:sldLayoutChg>
      </pc:sldMasterChg>
    </pc:docChg>
  </pc:docChgLst>
  <pc:docChgLst>
    <pc:chgData name="Mohammad Javaheri" userId="S::mohammad.javaheri@roehampton.ac.uk::72c5dde4-b71e-4bed-a6d4-7809695308b0" providerId="AD" clId="Web-{F9EC5ED9-0C4B-F688-CD3F-A2337679FD5C}"/>
    <pc:docChg chg="addSld delSld">
      <pc:chgData name="Mohammad Javaheri" userId="S::mohammad.javaheri@roehampton.ac.uk::72c5dde4-b71e-4bed-a6d4-7809695308b0" providerId="AD" clId="Web-{F9EC5ED9-0C4B-F688-CD3F-A2337679FD5C}" dt="2024-08-08T12:56:27.136" v="34"/>
      <pc:docMkLst>
        <pc:docMk/>
      </pc:docMkLst>
      <pc:sldChg chg="del">
        <pc:chgData name="Mohammad Javaheri" userId="S::mohammad.javaheri@roehampton.ac.uk::72c5dde4-b71e-4bed-a6d4-7809695308b0" providerId="AD" clId="Web-{F9EC5ED9-0C4B-F688-CD3F-A2337679FD5C}" dt="2024-08-08T12:56:27.136" v="34"/>
        <pc:sldMkLst>
          <pc:docMk/>
          <pc:sldMk cId="3999230286" sldId="265"/>
        </pc:sldMkLst>
      </pc:sldChg>
      <pc:sldChg chg="add del">
        <pc:chgData name="Mohammad Javaheri" userId="S::mohammad.javaheri@roehampton.ac.uk::72c5dde4-b71e-4bed-a6d4-7809695308b0" providerId="AD" clId="Web-{F9EC5ED9-0C4B-F688-CD3F-A2337679FD5C}" dt="2024-08-08T12:56:22.636" v="26"/>
        <pc:sldMkLst>
          <pc:docMk/>
          <pc:sldMk cId="376204826" sldId="294"/>
        </pc:sldMkLst>
      </pc:sldChg>
      <pc:sldChg chg="add del">
        <pc:chgData name="Mohammad Javaheri" userId="S::mohammad.javaheri@roehampton.ac.uk::72c5dde4-b71e-4bed-a6d4-7809695308b0" providerId="AD" clId="Web-{F9EC5ED9-0C4B-F688-CD3F-A2337679FD5C}" dt="2024-08-08T12:56:22.636" v="24"/>
        <pc:sldMkLst>
          <pc:docMk/>
          <pc:sldMk cId="3119384779" sldId="295"/>
        </pc:sldMkLst>
      </pc:sldChg>
      <pc:sldChg chg="add del">
        <pc:chgData name="Mohammad Javaheri" userId="S::mohammad.javaheri@roehampton.ac.uk::72c5dde4-b71e-4bed-a6d4-7809695308b0" providerId="AD" clId="Web-{F9EC5ED9-0C4B-F688-CD3F-A2337679FD5C}" dt="2024-08-08T12:56:22.636" v="25"/>
        <pc:sldMkLst>
          <pc:docMk/>
          <pc:sldMk cId="3266900040" sldId="300"/>
        </pc:sldMkLst>
      </pc:sldChg>
      <pc:sldChg chg="add del">
        <pc:chgData name="Mohammad Javaheri" userId="S::mohammad.javaheri@roehampton.ac.uk::72c5dde4-b71e-4bed-a6d4-7809695308b0" providerId="AD" clId="Web-{F9EC5ED9-0C4B-F688-CD3F-A2337679FD5C}" dt="2024-08-08T12:56:22.651" v="27"/>
        <pc:sldMkLst>
          <pc:docMk/>
          <pc:sldMk cId="1817344442" sldId="302"/>
        </pc:sldMkLst>
      </pc:sldChg>
      <pc:sldChg chg="add del">
        <pc:chgData name="Mohammad Javaheri" userId="S::mohammad.javaheri@roehampton.ac.uk::72c5dde4-b71e-4bed-a6d4-7809695308b0" providerId="AD" clId="Web-{F9EC5ED9-0C4B-F688-CD3F-A2337679FD5C}" dt="2024-08-08T12:56:22.651" v="29"/>
        <pc:sldMkLst>
          <pc:docMk/>
          <pc:sldMk cId="311493149" sldId="303"/>
        </pc:sldMkLst>
      </pc:sldChg>
      <pc:sldChg chg="add del">
        <pc:chgData name="Mohammad Javaheri" userId="S::mohammad.javaheri@roehampton.ac.uk::72c5dde4-b71e-4bed-a6d4-7809695308b0" providerId="AD" clId="Web-{F9EC5ED9-0C4B-F688-CD3F-A2337679FD5C}" dt="2024-08-08T12:56:22.651" v="30"/>
        <pc:sldMkLst>
          <pc:docMk/>
          <pc:sldMk cId="1942258377" sldId="304"/>
        </pc:sldMkLst>
      </pc:sldChg>
      <pc:sldChg chg="add del">
        <pc:chgData name="Mohammad Javaheri" userId="S::mohammad.javaheri@roehampton.ac.uk::72c5dde4-b71e-4bed-a6d4-7809695308b0" providerId="AD" clId="Web-{F9EC5ED9-0C4B-F688-CD3F-A2337679FD5C}" dt="2024-08-08T12:56:22.667" v="31"/>
        <pc:sldMkLst>
          <pc:docMk/>
          <pc:sldMk cId="3944228163" sldId="305"/>
        </pc:sldMkLst>
      </pc:sldChg>
      <pc:sldChg chg="add del">
        <pc:chgData name="Mohammad Javaheri" userId="S::mohammad.javaheri@roehampton.ac.uk::72c5dde4-b71e-4bed-a6d4-7809695308b0" providerId="AD" clId="Web-{F9EC5ED9-0C4B-F688-CD3F-A2337679FD5C}" dt="2024-08-08T12:56:22.667" v="33"/>
        <pc:sldMkLst>
          <pc:docMk/>
          <pc:sldMk cId="3219584906" sldId="306"/>
        </pc:sldMkLst>
      </pc:sldChg>
      <pc:sldChg chg="add del">
        <pc:chgData name="Mohammad Javaheri" userId="S::mohammad.javaheri@roehampton.ac.uk::72c5dde4-b71e-4bed-a6d4-7809695308b0" providerId="AD" clId="Web-{F9EC5ED9-0C4B-F688-CD3F-A2337679FD5C}" dt="2024-08-08T12:56:22.651" v="28"/>
        <pc:sldMkLst>
          <pc:docMk/>
          <pc:sldMk cId="2292530509" sldId="311"/>
        </pc:sldMkLst>
      </pc:sldChg>
      <pc:sldChg chg="add del">
        <pc:chgData name="Mohammad Javaheri" userId="S::mohammad.javaheri@roehampton.ac.uk::72c5dde4-b71e-4bed-a6d4-7809695308b0" providerId="AD" clId="Web-{F9EC5ED9-0C4B-F688-CD3F-A2337679FD5C}" dt="2024-08-08T12:56:22.667" v="32"/>
        <pc:sldMkLst>
          <pc:docMk/>
          <pc:sldMk cId="2551701566" sldId="312"/>
        </pc:sldMkLst>
      </pc:sldChg>
      <pc:sldChg chg="del">
        <pc:chgData name="Mohammad Javaheri" userId="S::mohammad.javaheri@roehampton.ac.uk::72c5dde4-b71e-4bed-a6d4-7809695308b0" providerId="AD" clId="Web-{F9EC5ED9-0C4B-F688-CD3F-A2337679FD5C}" dt="2024-08-08T12:56:05.482" v="14"/>
        <pc:sldMkLst>
          <pc:docMk/>
          <pc:sldMk cId="1190664176" sldId="314"/>
        </pc:sldMkLst>
      </pc:sldChg>
      <pc:sldChg chg="add">
        <pc:chgData name="Mohammad Javaheri" userId="S::mohammad.javaheri@roehampton.ac.uk::72c5dde4-b71e-4bed-a6d4-7809695308b0" providerId="AD" clId="Web-{F9EC5ED9-0C4B-F688-CD3F-A2337679FD5C}" dt="2024-08-08T12:56:22.636" v="23"/>
        <pc:sldMkLst>
          <pc:docMk/>
          <pc:sldMk cId="2101574563" sldId="314"/>
        </pc:sldMkLst>
      </pc:sldChg>
      <pc:sldChg chg="del">
        <pc:chgData name="Mohammad Javaheri" userId="S::mohammad.javaheri@roehampton.ac.uk::72c5dde4-b71e-4bed-a6d4-7809695308b0" providerId="AD" clId="Web-{F9EC5ED9-0C4B-F688-CD3F-A2337679FD5C}" dt="2024-08-08T12:56:06.135" v="15"/>
        <pc:sldMkLst>
          <pc:docMk/>
          <pc:sldMk cId="1457794330" sldId="315"/>
        </pc:sldMkLst>
      </pc:sldChg>
      <pc:sldChg chg="del">
        <pc:chgData name="Mohammad Javaheri" userId="S::mohammad.javaheri@roehampton.ac.uk::72c5dde4-b71e-4bed-a6d4-7809695308b0" providerId="AD" clId="Web-{F9EC5ED9-0C4B-F688-CD3F-A2337679FD5C}" dt="2024-08-08T12:56:06.744" v="16"/>
        <pc:sldMkLst>
          <pc:docMk/>
          <pc:sldMk cId="3994608740" sldId="316"/>
        </pc:sldMkLst>
      </pc:sldChg>
      <pc:sldChg chg="del">
        <pc:chgData name="Mohammad Javaheri" userId="S::mohammad.javaheri@roehampton.ac.uk::72c5dde4-b71e-4bed-a6d4-7809695308b0" providerId="AD" clId="Web-{F9EC5ED9-0C4B-F688-CD3F-A2337679FD5C}" dt="2024-08-08T12:56:07.057" v="17"/>
        <pc:sldMkLst>
          <pc:docMk/>
          <pc:sldMk cId="3341964279" sldId="317"/>
        </pc:sldMkLst>
      </pc:sldChg>
      <pc:sldChg chg="del">
        <pc:chgData name="Mohammad Javaheri" userId="S::mohammad.javaheri@roehampton.ac.uk::72c5dde4-b71e-4bed-a6d4-7809695308b0" providerId="AD" clId="Web-{F9EC5ED9-0C4B-F688-CD3F-A2337679FD5C}" dt="2024-08-08T12:56:07.573" v="18"/>
        <pc:sldMkLst>
          <pc:docMk/>
          <pc:sldMk cId="4262811898" sldId="318"/>
        </pc:sldMkLst>
      </pc:sldChg>
      <pc:sldChg chg="del">
        <pc:chgData name="Mohammad Javaheri" userId="S::mohammad.javaheri@roehampton.ac.uk::72c5dde4-b71e-4bed-a6d4-7809695308b0" providerId="AD" clId="Web-{F9EC5ED9-0C4B-F688-CD3F-A2337679FD5C}" dt="2024-08-08T12:56:07.948" v="19"/>
        <pc:sldMkLst>
          <pc:docMk/>
          <pc:sldMk cId="2864531981" sldId="319"/>
        </pc:sldMkLst>
      </pc:sldChg>
      <pc:sldChg chg="del">
        <pc:chgData name="Mohammad Javaheri" userId="S::mohammad.javaheri@roehampton.ac.uk::72c5dde4-b71e-4bed-a6d4-7809695308b0" providerId="AD" clId="Web-{F9EC5ED9-0C4B-F688-CD3F-A2337679FD5C}" dt="2024-08-08T12:56:08.510" v="20"/>
        <pc:sldMkLst>
          <pc:docMk/>
          <pc:sldMk cId="374563348" sldId="320"/>
        </pc:sldMkLst>
      </pc:sldChg>
      <pc:sldChg chg="del">
        <pc:chgData name="Mohammad Javaheri" userId="S::mohammad.javaheri@roehampton.ac.uk::72c5dde4-b71e-4bed-a6d4-7809695308b0" providerId="AD" clId="Web-{F9EC5ED9-0C4B-F688-CD3F-A2337679FD5C}" dt="2024-08-08T12:56:02.744" v="12"/>
        <pc:sldMkLst>
          <pc:docMk/>
          <pc:sldMk cId="4089697707" sldId="321"/>
        </pc:sldMkLst>
      </pc:sldChg>
      <pc:sldChg chg="del">
        <pc:chgData name="Mohammad Javaheri" userId="S::mohammad.javaheri@roehampton.ac.uk::72c5dde4-b71e-4bed-a6d4-7809695308b0" providerId="AD" clId="Web-{F9EC5ED9-0C4B-F688-CD3F-A2337679FD5C}" dt="2024-08-08T12:56:09.385" v="21"/>
        <pc:sldMkLst>
          <pc:docMk/>
          <pc:sldMk cId="1699228346" sldId="322"/>
        </pc:sldMkLst>
      </pc:sldChg>
      <pc:sldChg chg="del">
        <pc:chgData name="Mohammad Javaheri" userId="S::mohammad.javaheri@roehampton.ac.uk::72c5dde4-b71e-4bed-a6d4-7809695308b0" providerId="AD" clId="Web-{F9EC5ED9-0C4B-F688-CD3F-A2337679FD5C}" dt="2024-08-08T12:56:01.947" v="11"/>
        <pc:sldMkLst>
          <pc:docMk/>
          <pc:sldMk cId="1082986745" sldId="323"/>
        </pc:sldMkLst>
      </pc:sldChg>
      <pc:sldChg chg="new del">
        <pc:chgData name="Mohammad Javaheri" userId="S::mohammad.javaheri@roehampton.ac.uk::72c5dde4-b71e-4bed-a6d4-7809695308b0" providerId="AD" clId="Web-{F9EC5ED9-0C4B-F688-CD3F-A2337679FD5C}" dt="2024-08-08T12:56:04.604" v="13"/>
        <pc:sldMkLst>
          <pc:docMk/>
          <pc:sldMk cId="3010448585" sldId="32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FCE08C-B8D4-4323-86A5-D3C42ED59DCB}" type="datetimeFigureOut">
              <a:rPr lang="en-IN" smtClean="0"/>
              <a:t>04-08-2026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DA3DEE-8E7B-4968-8A88-E01318E3C1AD}" type="slidenum">
              <a:rPr lang="en-IN" smtClean="0"/>
              <a:t>‹#›</a:t>
            </a:fld>
            <a:endParaRPr lang="en-IN"/>
          </a:p>
        </p:txBody>
      </p:sp>
    </p:spTree>
    <p:extLst>
      <p:ext uri="{BB962C8B-B14F-4D97-AF65-F5344CB8AC3E}">
        <p14:creationId xmlns:p14="http://schemas.microsoft.com/office/powerpoint/2010/main" val="3961310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study is one of precision agriculture, in which machine learning is used to help decide on a crop based on quantifiable soil nutrients and weather conditions. Farmers are usually accustomed to managing traditional farming systems, which can lead to inadequate outcomes. An intelligent recommendation system can minimise the uncertainty, increase productivity, optimise the use of resources, and help the farmers make wise cultivation decisions.</a:t>
            </a:r>
            <a:endParaRPr lang="en-IN" dirty="0"/>
          </a:p>
        </p:txBody>
      </p:sp>
      <p:sp>
        <p:nvSpPr>
          <p:cNvPr id="4" name="Slide Number Placeholder 3"/>
          <p:cNvSpPr>
            <a:spLocks noGrp="1"/>
          </p:cNvSpPr>
          <p:nvPr>
            <p:ph type="sldNum" sz="quarter" idx="5"/>
          </p:nvPr>
        </p:nvSpPr>
        <p:spPr/>
        <p:txBody>
          <a:bodyPr/>
          <a:lstStyle/>
          <a:p>
            <a:fld id="{15DA3DEE-8E7B-4968-8A88-E01318E3C1AD}" type="slidenum">
              <a:rPr lang="en-IN" smtClean="0"/>
              <a:t>3</a:t>
            </a:fld>
            <a:endParaRPr lang="en-IN"/>
          </a:p>
        </p:txBody>
      </p:sp>
    </p:spTree>
    <p:extLst>
      <p:ext uri="{BB962C8B-B14F-4D97-AF65-F5344CB8AC3E}">
        <p14:creationId xmlns:p14="http://schemas.microsoft.com/office/powerpoint/2010/main" val="3579338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main goal was to create a trustworthy crop recommendation system with the use of machine learning. This study contributes engineered features, compares five algorithms under the same circumstances and evaluates the algorithms in several aspects, unlike some of the previous studies in the field which mainly focused on prediction accuracy.</a:t>
            </a:r>
            <a:endParaRPr lang="en-IN" dirty="0"/>
          </a:p>
        </p:txBody>
      </p:sp>
      <p:sp>
        <p:nvSpPr>
          <p:cNvPr id="4" name="Slide Number Placeholder 3"/>
          <p:cNvSpPr>
            <a:spLocks noGrp="1"/>
          </p:cNvSpPr>
          <p:nvPr>
            <p:ph type="sldNum" sz="quarter" idx="5"/>
          </p:nvPr>
        </p:nvSpPr>
        <p:spPr/>
        <p:txBody>
          <a:bodyPr/>
          <a:lstStyle/>
          <a:p>
            <a:fld id="{15DA3DEE-8E7B-4968-8A88-E01318E3C1AD}" type="slidenum">
              <a:rPr lang="en-IN" smtClean="0"/>
              <a:t>4</a:t>
            </a:fld>
            <a:endParaRPr lang="en-IN"/>
          </a:p>
        </p:txBody>
      </p:sp>
    </p:spTree>
    <p:extLst>
      <p:ext uri="{BB962C8B-B14F-4D97-AF65-F5344CB8AC3E}">
        <p14:creationId xmlns:p14="http://schemas.microsoft.com/office/powerpoint/2010/main" val="3310266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In this research, the machine learning process was systematic. The first step was collecting the datasets followed by EDA to gain insight into the agricultural data. The data was split into training and test sets and feature engineering and data preprocessing were performed to improve the quality of the data. The same conditions were applied for training and testing five supervised machine learning algorithms. They were compared with various evaluation measures which then helped to choose the most accurate and reliable crop recommendation model which is Random Forest.</a:t>
            </a:r>
            <a:endParaRPr lang="en-IN" dirty="0"/>
          </a:p>
        </p:txBody>
      </p:sp>
      <p:sp>
        <p:nvSpPr>
          <p:cNvPr id="4" name="Slide Number Placeholder 3"/>
          <p:cNvSpPr>
            <a:spLocks noGrp="1"/>
          </p:cNvSpPr>
          <p:nvPr>
            <p:ph type="sldNum" sz="quarter" idx="5"/>
          </p:nvPr>
        </p:nvSpPr>
        <p:spPr/>
        <p:txBody>
          <a:bodyPr/>
          <a:lstStyle/>
          <a:p>
            <a:fld id="{15DA3DEE-8E7B-4968-8A88-E01318E3C1AD}" type="slidenum">
              <a:rPr lang="en-IN" smtClean="0"/>
              <a:t>5</a:t>
            </a:fld>
            <a:endParaRPr lang="en-IN"/>
          </a:p>
        </p:txBody>
      </p:sp>
    </p:spTree>
    <p:extLst>
      <p:ext uri="{BB962C8B-B14F-4D97-AF65-F5344CB8AC3E}">
        <p14:creationId xmlns:p14="http://schemas.microsoft.com/office/powerpoint/2010/main" val="1026397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This Gantt chart illustrates the project timeline across eight weeks. The work progressed systematically through research, data preparation, exploratory data analysis, model development, evaluation, and documentation. All planned milestones were completed on schedule, ensuring a structured workflow and successful completion of the crop recommendation system.</a:t>
            </a:r>
            <a:endParaRPr lang="en-IN" dirty="0"/>
          </a:p>
        </p:txBody>
      </p:sp>
      <p:sp>
        <p:nvSpPr>
          <p:cNvPr id="4" name="Slide Number Placeholder 3"/>
          <p:cNvSpPr>
            <a:spLocks noGrp="1"/>
          </p:cNvSpPr>
          <p:nvPr>
            <p:ph type="sldNum" sz="quarter" idx="5"/>
          </p:nvPr>
        </p:nvSpPr>
        <p:spPr/>
        <p:txBody>
          <a:bodyPr/>
          <a:lstStyle/>
          <a:p>
            <a:fld id="{15DA3DEE-8E7B-4968-8A88-E01318E3C1AD}" type="slidenum">
              <a:rPr lang="en-IN" smtClean="0"/>
              <a:t>6</a:t>
            </a:fld>
            <a:endParaRPr lang="en-IN"/>
          </a:p>
        </p:txBody>
      </p:sp>
    </p:spTree>
    <p:extLst>
      <p:ext uri="{BB962C8B-B14F-4D97-AF65-F5344CB8AC3E}">
        <p14:creationId xmlns:p14="http://schemas.microsoft.com/office/powerpoint/2010/main" val="519054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literature review showed that crop recommendation relies on soil nutrients as well as climatic conditions, and machine learning is better for crop recommendation than conventional methods. Past research has tended to study just a small number of algorithms and was largely evaluated in terms of accuracy. This study filled those gaps by adding new features and comparing the performance of five machine learning models under comparable conditions and further assessed the models using several performance metrics to build a reliable crop recommendation system.</a:t>
            </a:r>
            <a:endParaRPr lang="en-IN" dirty="0"/>
          </a:p>
        </p:txBody>
      </p:sp>
      <p:sp>
        <p:nvSpPr>
          <p:cNvPr id="4" name="Slide Number Placeholder 3"/>
          <p:cNvSpPr>
            <a:spLocks noGrp="1"/>
          </p:cNvSpPr>
          <p:nvPr>
            <p:ph type="sldNum" sz="quarter" idx="5"/>
          </p:nvPr>
        </p:nvSpPr>
        <p:spPr/>
        <p:txBody>
          <a:bodyPr/>
          <a:lstStyle/>
          <a:p>
            <a:fld id="{15DA3DEE-8E7B-4968-8A88-E01318E3C1AD}" type="slidenum">
              <a:rPr lang="en-IN" smtClean="0"/>
              <a:t>7</a:t>
            </a:fld>
            <a:endParaRPr lang="en-IN"/>
          </a:p>
        </p:txBody>
      </p:sp>
    </p:spTree>
    <p:extLst>
      <p:ext uri="{BB962C8B-B14F-4D97-AF65-F5344CB8AC3E}">
        <p14:creationId xmlns:p14="http://schemas.microsoft.com/office/powerpoint/2010/main" val="1430625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dataset was initially validated to correct its structure, names of features and data quality. There was no missing data and no duplicate records, and all 22 crop classes had equal observations for balanced data. Seven features were then created, including Total Nutrients, Moisture Index and Growing Score, that allows to reflect the hidden agronomic relationships that ultimately can be used to improve the predictive performance of the machine-learning models.</a:t>
            </a:r>
            <a:endParaRPr lang="en-IN" dirty="0"/>
          </a:p>
        </p:txBody>
      </p:sp>
      <p:sp>
        <p:nvSpPr>
          <p:cNvPr id="4" name="Slide Number Placeholder 3"/>
          <p:cNvSpPr>
            <a:spLocks noGrp="1"/>
          </p:cNvSpPr>
          <p:nvPr>
            <p:ph type="sldNum" sz="quarter" idx="5"/>
          </p:nvPr>
        </p:nvSpPr>
        <p:spPr/>
        <p:txBody>
          <a:bodyPr/>
          <a:lstStyle/>
          <a:p>
            <a:fld id="{15DA3DEE-8E7B-4968-8A88-E01318E3C1AD}" type="slidenum">
              <a:rPr lang="en-IN" smtClean="0"/>
              <a:t>8</a:t>
            </a:fld>
            <a:endParaRPr lang="en-IN"/>
          </a:p>
        </p:txBody>
      </p:sp>
    </p:spTree>
    <p:extLst>
      <p:ext uri="{BB962C8B-B14F-4D97-AF65-F5344CB8AC3E}">
        <p14:creationId xmlns:p14="http://schemas.microsoft.com/office/powerpoint/2010/main" val="23619694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Before model development, Exploratory Data Analysis was used to understand the relationships of soil nutrients, weather conditions and crop classes. The heatmap indicated the different kinds of environmental requirements of each crop, and the scatter plot provided clustering and overlapping among the classes of crops. Selected crops were compared in the radar chart and substantial differences between the nutrient and climatic requirements of these crops were observed. These insights made feature engineering and using machine learning models for precise crop recommendation worthwhile.</a:t>
            </a:r>
          </a:p>
          <a:p>
            <a:endParaRPr lang="en-IN" dirty="0"/>
          </a:p>
        </p:txBody>
      </p:sp>
      <p:sp>
        <p:nvSpPr>
          <p:cNvPr id="4" name="Slide Number Placeholder 3"/>
          <p:cNvSpPr>
            <a:spLocks noGrp="1"/>
          </p:cNvSpPr>
          <p:nvPr>
            <p:ph type="sldNum" sz="quarter" idx="5"/>
          </p:nvPr>
        </p:nvSpPr>
        <p:spPr/>
        <p:txBody>
          <a:bodyPr/>
          <a:lstStyle/>
          <a:p>
            <a:fld id="{15DA3DEE-8E7B-4968-8A88-E01318E3C1AD}" type="slidenum">
              <a:rPr lang="en-IN" smtClean="0"/>
              <a:t>9</a:t>
            </a:fld>
            <a:endParaRPr lang="en-IN"/>
          </a:p>
        </p:txBody>
      </p:sp>
    </p:spTree>
    <p:extLst>
      <p:ext uri="{BB962C8B-B14F-4D97-AF65-F5344CB8AC3E}">
        <p14:creationId xmlns:p14="http://schemas.microsoft.com/office/powerpoint/2010/main" val="3289990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Implementation was done in Python and scikit-learn. Once loaded, I pre-processed the data and after an 80-20 stratified train-test split, I maintained the balance of the crop distribution. Data leakage was avoided because </a:t>
            </a:r>
            <a:r>
              <a:rPr lang="en-IN" sz="1200" kern="1200" dirty="0" err="1">
                <a:solidFill>
                  <a:schemeClr val="tx1"/>
                </a:solidFill>
                <a:effectLst/>
                <a:latin typeface="+mn-lt"/>
                <a:ea typeface="+mn-ea"/>
                <a:cs typeface="+mn-cs"/>
              </a:rPr>
              <a:t>StandardScaler</a:t>
            </a:r>
            <a:r>
              <a:rPr lang="en-IN" sz="1200" kern="1200" dirty="0">
                <a:solidFill>
                  <a:schemeClr val="tx1"/>
                </a:solidFill>
                <a:effectLst/>
                <a:latin typeface="+mn-lt"/>
                <a:ea typeface="+mn-ea"/>
                <a:cs typeface="+mn-cs"/>
              </a:rPr>
              <a:t> was used only for the training data before applying the data transformation to both. Finally, five supervised machine learning algorithms were trained in the same way to make it possible to compare the predictive performance.</a:t>
            </a:r>
            <a:endParaRPr lang="en-IN" dirty="0"/>
          </a:p>
        </p:txBody>
      </p:sp>
      <p:sp>
        <p:nvSpPr>
          <p:cNvPr id="4" name="Slide Number Placeholder 3"/>
          <p:cNvSpPr>
            <a:spLocks noGrp="1"/>
          </p:cNvSpPr>
          <p:nvPr>
            <p:ph type="sldNum" sz="quarter" idx="5"/>
          </p:nvPr>
        </p:nvSpPr>
        <p:spPr/>
        <p:txBody>
          <a:bodyPr/>
          <a:lstStyle/>
          <a:p>
            <a:fld id="{15DA3DEE-8E7B-4968-8A88-E01318E3C1AD}" type="slidenum">
              <a:rPr lang="en-IN" smtClean="0"/>
              <a:t>10</a:t>
            </a:fld>
            <a:endParaRPr lang="en-IN"/>
          </a:p>
        </p:txBody>
      </p:sp>
    </p:spTree>
    <p:extLst>
      <p:ext uri="{BB962C8B-B14F-4D97-AF65-F5344CB8AC3E}">
        <p14:creationId xmlns:p14="http://schemas.microsoft.com/office/powerpoint/2010/main" val="1251430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same dataset and preprocessing pipeline were used to evaluate 5 supervised machine learning algorithms to ensure a fair comparison. Accuracy, Precision, Recall, F1-score, and cross-validation were used for evaluating the performance. Random Forest performed the best overall with higher predictive accuracy and the least misclassification. The confusion matrix also shows that a good classification has been achieved across all the crop classes, and the feature importance analysis shows that humidity, potassium, rainfall and phosphorus are the most important features for the recommendations.</a:t>
            </a:r>
            <a:endParaRPr lang="en-IN" dirty="0"/>
          </a:p>
        </p:txBody>
      </p:sp>
      <p:sp>
        <p:nvSpPr>
          <p:cNvPr id="4" name="Slide Number Placeholder 3"/>
          <p:cNvSpPr>
            <a:spLocks noGrp="1"/>
          </p:cNvSpPr>
          <p:nvPr>
            <p:ph type="sldNum" sz="quarter" idx="5"/>
          </p:nvPr>
        </p:nvSpPr>
        <p:spPr/>
        <p:txBody>
          <a:bodyPr/>
          <a:lstStyle/>
          <a:p>
            <a:fld id="{15DA3DEE-8E7B-4968-8A88-E01318E3C1AD}" type="slidenum">
              <a:rPr lang="en-IN" smtClean="0"/>
              <a:t>11</a:t>
            </a:fld>
            <a:endParaRPr lang="en-IN"/>
          </a:p>
        </p:txBody>
      </p:sp>
    </p:spTree>
    <p:extLst>
      <p:ext uri="{BB962C8B-B14F-4D97-AF65-F5344CB8AC3E}">
        <p14:creationId xmlns:p14="http://schemas.microsoft.com/office/powerpoint/2010/main" val="170082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comparative evaluation of all five supervised machine learning models is shown in this slide. Random Forest consistently performed the best in terms of accuracy, precision, recall and F1 scores, which is attributed to its superior predictive and generalisation performance. Decision Tree and Gaussian Naïve Bayes also achieved very good performance, but Random Forest gave the least number of classification errors and the best overall performance. These evaluation metrics were used along with cross-validation results to choose the final model for crop recommendation which is Random Forest.</a:t>
            </a:r>
            <a:endParaRPr lang="en-IN" dirty="0"/>
          </a:p>
        </p:txBody>
      </p:sp>
      <p:sp>
        <p:nvSpPr>
          <p:cNvPr id="4" name="Slide Number Placeholder 3"/>
          <p:cNvSpPr>
            <a:spLocks noGrp="1"/>
          </p:cNvSpPr>
          <p:nvPr>
            <p:ph type="sldNum" sz="quarter" idx="5"/>
          </p:nvPr>
        </p:nvSpPr>
        <p:spPr/>
        <p:txBody>
          <a:bodyPr/>
          <a:lstStyle/>
          <a:p>
            <a:fld id="{15DA3DEE-8E7B-4968-8A88-E01318E3C1AD}" type="slidenum">
              <a:rPr lang="en-IN" smtClean="0"/>
              <a:t>12</a:t>
            </a:fld>
            <a:endParaRPr lang="en-IN"/>
          </a:p>
        </p:txBody>
      </p:sp>
    </p:spTree>
    <p:extLst>
      <p:ext uri="{BB962C8B-B14F-4D97-AF65-F5344CB8AC3E}">
        <p14:creationId xmlns:p14="http://schemas.microsoft.com/office/powerpoint/2010/main" val="18787543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objective of the project has also been accomplished and the machine learning-based crop recommendation system has been successfully developed. Random Forest achieved the best in terms of predictive performance, and feature engineering enhanced the overall effectiveness of the models used. The study proposes a reproducible machine learning framework and comparison of five algorithms. The model, however, can be constrained by a benchmark dataset, real-time data in agriculture, and no external validation. Therefore, the suggested system is to be viewed as a decision-support system, instead of a substitute for agricultural experts.</a:t>
            </a:r>
            <a:endParaRPr lang="en-IN" dirty="0"/>
          </a:p>
        </p:txBody>
      </p:sp>
      <p:sp>
        <p:nvSpPr>
          <p:cNvPr id="4" name="Slide Number Placeholder 3"/>
          <p:cNvSpPr>
            <a:spLocks noGrp="1"/>
          </p:cNvSpPr>
          <p:nvPr>
            <p:ph type="sldNum" sz="quarter" idx="5"/>
          </p:nvPr>
        </p:nvSpPr>
        <p:spPr/>
        <p:txBody>
          <a:bodyPr/>
          <a:lstStyle/>
          <a:p>
            <a:fld id="{15DA3DEE-8E7B-4968-8A88-E01318E3C1AD}" type="slidenum">
              <a:rPr lang="en-IN" smtClean="0"/>
              <a:t>13</a:t>
            </a:fld>
            <a:endParaRPr lang="en-IN"/>
          </a:p>
        </p:txBody>
      </p:sp>
    </p:spTree>
    <p:extLst>
      <p:ext uri="{BB962C8B-B14F-4D97-AF65-F5344CB8AC3E}">
        <p14:creationId xmlns:p14="http://schemas.microsoft.com/office/powerpoint/2010/main" val="34301871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objectives of this research were met by building and testing a machine learning approach for crop recommendation and this approach proved to be successful. The Random Forest model was found to be the best and most reliable model for the prediction of suitable crops based on soil and weather data. While the results are very promising, further research is needed into larger real-world data sets, integration with IoT, consideration of satellite data, explainable AI as well as generating a practical web/mobile based application for farmers.</a:t>
            </a:r>
            <a:endParaRPr lang="en-IN" dirty="0"/>
          </a:p>
        </p:txBody>
      </p:sp>
      <p:sp>
        <p:nvSpPr>
          <p:cNvPr id="4" name="Slide Number Placeholder 3"/>
          <p:cNvSpPr>
            <a:spLocks noGrp="1"/>
          </p:cNvSpPr>
          <p:nvPr>
            <p:ph type="sldNum" sz="quarter" idx="5"/>
          </p:nvPr>
        </p:nvSpPr>
        <p:spPr/>
        <p:txBody>
          <a:bodyPr/>
          <a:lstStyle/>
          <a:p>
            <a:fld id="{15DA3DEE-8E7B-4968-8A88-E01318E3C1AD}" type="slidenum">
              <a:rPr lang="en-IN" smtClean="0"/>
              <a:t>14</a:t>
            </a:fld>
            <a:endParaRPr lang="en-IN"/>
          </a:p>
        </p:txBody>
      </p:sp>
    </p:spTree>
    <p:extLst>
      <p:ext uri="{BB962C8B-B14F-4D97-AF65-F5344CB8AC3E}">
        <p14:creationId xmlns:p14="http://schemas.microsoft.com/office/powerpoint/2010/main" val="3063145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6146E-025B-7B6A-DD6E-14DD042D19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A"/>
          </a:p>
        </p:txBody>
      </p:sp>
      <p:sp>
        <p:nvSpPr>
          <p:cNvPr id="3" name="Subtitle 2">
            <a:extLst>
              <a:ext uri="{FF2B5EF4-FFF2-40B4-BE49-F238E27FC236}">
                <a16:creationId xmlns:a16="http://schemas.microsoft.com/office/drawing/2014/main" id="{7429D579-2CE0-D7F5-DD9A-4566A61A24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A"/>
          </a:p>
        </p:txBody>
      </p:sp>
      <p:sp>
        <p:nvSpPr>
          <p:cNvPr id="4" name="Date Placeholder 3">
            <a:extLst>
              <a:ext uri="{FF2B5EF4-FFF2-40B4-BE49-F238E27FC236}">
                <a16:creationId xmlns:a16="http://schemas.microsoft.com/office/drawing/2014/main" id="{5D31848B-773D-8D54-2B68-9FB62535111A}"/>
              </a:ext>
            </a:extLst>
          </p:cNvPr>
          <p:cNvSpPr>
            <a:spLocks noGrp="1"/>
          </p:cNvSpPr>
          <p:nvPr>
            <p:ph type="dt" sz="half" idx="10"/>
          </p:nvPr>
        </p:nvSpPr>
        <p:spPr/>
        <p:txBody>
          <a:bodyPr/>
          <a:lstStyle/>
          <a:p>
            <a:fld id="{C651EBA5-5D6B-1245-9328-7D2D181FC864}" type="datetimeFigureOut">
              <a:rPr lang="en-MA" smtClean="0"/>
              <a:t>08/04/2026</a:t>
            </a:fld>
            <a:endParaRPr lang="en-MA"/>
          </a:p>
        </p:txBody>
      </p:sp>
      <p:sp>
        <p:nvSpPr>
          <p:cNvPr id="5" name="Footer Placeholder 4">
            <a:extLst>
              <a:ext uri="{FF2B5EF4-FFF2-40B4-BE49-F238E27FC236}">
                <a16:creationId xmlns:a16="http://schemas.microsoft.com/office/drawing/2014/main" id="{14F6E86B-B30F-E8B6-CBBF-0AA3C9DADF10}"/>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A5D8DB1B-393D-60ED-A15E-16945887F557}"/>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1975303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721D8-26C6-8B2E-115A-51E08C1E743B}"/>
              </a:ext>
            </a:extLst>
          </p:cNvPr>
          <p:cNvSpPr>
            <a:spLocks noGrp="1"/>
          </p:cNvSpPr>
          <p:nvPr>
            <p:ph type="title"/>
          </p:nvPr>
        </p:nvSpPr>
        <p:spPr/>
        <p:txBody>
          <a:bodyPr/>
          <a:lstStyle/>
          <a:p>
            <a:r>
              <a:rPr lang="en-US"/>
              <a:t>Click to edit Master title style</a:t>
            </a:r>
            <a:endParaRPr lang="en-MA"/>
          </a:p>
        </p:txBody>
      </p:sp>
      <p:sp>
        <p:nvSpPr>
          <p:cNvPr id="3" name="Content Placeholder 2">
            <a:extLst>
              <a:ext uri="{FF2B5EF4-FFF2-40B4-BE49-F238E27FC236}">
                <a16:creationId xmlns:a16="http://schemas.microsoft.com/office/drawing/2014/main" id="{390F334F-FE54-151D-8597-0467C40DF7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2E4A9ECA-08F1-8A31-74A1-FB1E430C6642}"/>
              </a:ext>
            </a:extLst>
          </p:cNvPr>
          <p:cNvSpPr>
            <a:spLocks noGrp="1"/>
          </p:cNvSpPr>
          <p:nvPr>
            <p:ph type="dt" sz="half" idx="10"/>
          </p:nvPr>
        </p:nvSpPr>
        <p:spPr/>
        <p:txBody>
          <a:bodyPr/>
          <a:lstStyle/>
          <a:p>
            <a:fld id="{C651EBA5-5D6B-1245-9328-7D2D181FC864}" type="datetimeFigureOut">
              <a:rPr lang="en-MA" smtClean="0"/>
              <a:t>08/04/2026</a:t>
            </a:fld>
            <a:endParaRPr lang="en-MA"/>
          </a:p>
        </p:txBody>
      </p:sp>
      <p:sp>
        <p:nvSpPr>
          <p:cNvPr id="5" name="Footer Placeholder 4">
            <a:extLst>
              <a:ext uri="{FF2B5EF4-FFF2-40B4-BE49-F238E27FC236}">
                <a16:creationId xmlns:a16="http://schemas.microsoft.com/office/drawing/2014/main" id="{D63B5726-E711-1E74-F908-5D162A3759CB}"/>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C7939161-18A9-7D99-4AA5-1128CB3F43AA}"/>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1898332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3DE43-7D37-7653-C06C-B9D03E1FAD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A"/>
          </a:p>
        </p:txBody>
      </p:sp>
      <p:sp>
        <p:nvSpPr>
          <p:cNvPr id="3" name="Text Placeholder 2">
            <a:extLst>
              <a:ext uri="{FF2B5EF4-FFF2-40B4-BE49-F238E27FC236}">
                <a16:creationId xmlns:a16="http://schemas.microsoft.com/office/drawing/2014/main" id="{F4C5DC3B-1351-DF08-A8AD-9E6AB5E006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D8DA74-EA74-55DA-B4D2-59DC979772F1}"/>
              </a:ext>
            </a:extLst>
          </p:cNvPr>
          <p:cNvSpPr>
            <a:spLocks noGrp="1"/>
          </p:cNvSpPr>
          <p:nvPr>
            <p:ph type="dt" sz="half" idx="10"/>
          </p:nvPr>
        </p:nvSpPr>
        <p:spPr/>
        <p:txBody>
          <a:bodyPr/>
          <a:lstStyle/>
          <a:p>
            <a:fld id="{C651EBA5-5D6B-1245-9328-7D2D181FC864}" type="datetimeFigureOut">
              <a:rPr lang="en-MA" smtClean="0"/>
              <a:t>08/04/2026</a:t>
            </a:fld>
            <a:endParaRPr lang="en-MA"/>
          </a:p>
        </p:txBody>
      </p:sp>
      <p:sp>
        <p:nvSpPr>
          <p:cNvPr id="5" name="Footer Placeholder 4">
            <a:extLst>
              <a:ext uri="{FF2B5EF4-FFF2-40B4-BE49-F238E27FC236}">
                <a16:creationId xmlns:a16="http://schemas.microsoft.com/office/drawing/2014/main" id="{F21B7FD0-7FE3-F9A2-A9E4-10E0430C39CA}"/>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B82691C0-755D-C26B-C3AF-FFAC22790153}"/>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1738178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EDF1B-ADB6-92B0-EF70-062EB5EBFCE2}"/>
              </a:ext>
            </a:extLst>
          </p:cNvPr>
          <p:cNvSpPr>
            <a:spLocks noGrp="1"/>
          </p:cNvSpPr>
          <p:nvPr>
            <p:ph type="title"/>
          </p:nvPr>
        </p:nvSpPr>
        <p:spPr/>
        <p:txBody>
          <a:bodyPr/>
          <a:lstStyle/>
          <a:p>
            <a:r>
              <a:rPr lang="en-US"/>
              <a:t>Click to edit Master title style</a:t>
            </a:r>
            <a:endParaRPr lang="en-MA"/>
          </a:p>
        </p:txBody>
      </p:sp>
      <p:sp>
        <p:nvSpPr>
          <p:cNvPr id="3" name="Content Placeholder 2">
            <a:extLst>
              <a:ext uri="{FF2B5EF4-FFF2-40B4-BE49-F238E27FC236}">
                <a16:creationId xmlns:a16="http://schemas.microsoft.com/office/drawing/2014/main" id="{92024E5E-1580-1937-361A-221D550C2B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Content Placeholder 3">
            <a:extLst>
              <a:ext uri="{FF2B5EF4-FFF2-40B4-BE49-F238E27FC236}">
                <a16:creationId xmlns:a16="http://schemas.microsoft.com/office/drawing/2014/main" id="{490DB68E-FA91-8367-6D31-EA7CFA28F9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5" name="Date Placeholder 4">
            <a:extLst>
              <a:ext uri="{FF2B5EF4-FFF2-40B4-BE49-F238E27FC236}">
                <a16:creationId xmlns:a16="http://schemas.microsoft.com/office/drawing/2014/main" id="{1E2A4637-E2F9-461A-FA9B-AD9CB35732A1}"/>
              </a:ext>
            </a:extLst>
          </p:cNvPr>
          <p:cNvSpPr>
            <a:spLocks noGrp="1"/>
          </p:cNvSpPr>
          <p:nvPr>
            <p:ph type="dt" sz="half" idx="10"/>
          </p:nvPr>
        </p:nvSpPr>
        <p:spPr/>
        <p:txBody>
          <a:bodyPr/>
          <a:lstStyle/>
          <a:p>
            <a:fld id="{C651EBA5-5D6B-1245-9328-7D2D181FC864}" type="datetimeFigureOut">
              <a:rPr lang="en-MA" smtClean="0"/>
              <a:t>08/04/2026</a:t>
            </a:fld>
            <a:endParaRPr lang="en-MA"/>
          </a:p>
        </p:txBody>
      </p:sp>
      <p:sp>
        <p:nvSpPr>
          <p:cNvPr id="6" name="Footer Placeholder 5">
            <a:extLst>
              <a:ext uri="{FF2B5EF4-FFF2-40B4-BE49-F238E27FC236}">
                <a16:creationId xmlns:a16="http://schemas.microsoft.com/office/drawing/2014/main" id="{AD609860-27E2-9809-EF8C-4AE193AEC5CD}"/>
              </a:ext>
            </a:extLst>
          </p:cNvPr>
          <p:cNvSpPr>
            <a:spLocks noGrp="1"/>
          </p:cNvSpPr>
          <p:nvPr>
            <p:ph type="ftr" sz="quarter" idx="11"/>
          </p:nvPr>
        </p:nvSpPr>
        <p:spPr/>
        <p:txBody>
          <a:bodyPr/>
          <a:lstStyle/>
          <a:p>
            <a:endParaRPr lang="en-MA"/>
          </a:p>
        </p:txBody>
      </p:sp>
      <p:sp>
        <p:nvSpPr>
          <p:cNvPr id="7" name="Slide Number Placeholder 6">
            <a:extLst>
              <a:ext uri="{FF2B5EF4-FFF2-40B4-BE49-F238E27FC236}">
                <a16:creationId xmlns:a16="http://schemas.microsoft.com/office/drawing/2014/main" id="{D7DBDDD3-1D7C-C58F-499B-E0E581C0CB2F}"/>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3301676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4ED02-82BE-2C58-0458-741FBBF90CE3}"/>
              </a:ext>
            </a:extLst>
          </p:cNvPr>
          <p:cNvSpPr>
            <a:spLocks noGrp="1"/>
          </p:cNvSpPr>
          <p:nvPr>
            <p:ph type="title"/>
          </p:nvPr>
        </p:nvSpPr>
        <p:spPr>
          <a:xfrm>
            <a:off x="839788" y="365125"/>
            <a:ext cx="10515600" cy="1325563"/>
          </a:xfrm>
        </p:spPr>
        <p:txBody>
          <a:bodyPr/>
          <a:lstStyle/>
          <a:p>
            <a:r>
              <a:rPr lang="en-US"/>
              <a:t>Click to edit Master title style</a:t>
            </a:r>
            <a:endParaRPr lang="en-MA"/>
          </a:p>
        </p:txBody>
      </p:sp>
      <p:sp>
        <p:nvSpPr>
          <p:cNvPr id="3" name="Text Placeholder 2">
            <a:extLst>
              <a:ext uri="{FF2B5EF4-FFF2-40B4-BE49-F238E27FC236}">
                <a16:creationId xmlns:a16="http://schemas.microsoft.com/office/drawing/2014/main" id="{31957A7A-4BA1-4042-BACC-77085BEBA9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3CEF58-8BD3-D6FF-17F3-AAE53A8681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5" name="Text Placeholder 4">
            <a:extLst>
              <a:ext uri="{FF2B5EF4-FFF2-40B4-BE49-F238E27FC236}">
                <a16:creationId xmlns:a16="http://schemas.microsoft.com/office/drawing/2014/main" id="{54397340-9005-57A1-807C-2D0A22B149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F13E69-E6D7-7A4A-0C61-B9EFD313D4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7" name="Date Placeholder 6">
            <a:extLst>
              <a:ext uri="{FF2B5EF4-FFF2-40B4-BE49-F238E27FC236}">
                <a16:creationId xmlns:a16="http://schemas.microsoft.com/office/drawing/2014/main" id="{8ECAF452-14D5-268B-6BAF-45CEB52DD9B7}"/>
              </a:ext>
            </a:extLst>
          </p:cNvPr>
          <p:cNvSpPr>
            <a:spLocks noGrp="1"/>
          </p:cNvSpPr>
          <p:nvPr>
            <p:ph type="dt" sz="half" idx="10"/>
          </p:nvPr>
        </p:nvSpPr>
        <p:spPr/>
        <p:txBody>
          <a:bodyPr/>
          <a:lstStyle/>
          <a:p>
            <a:fld id="{C651EBA5-5D6B-1245-9328-7D2D181FC864}" type="datetimeFigureOut">
              <a:rPr lang="en-MA" smtClean="0"/>
              <a:t>08/04/2026</a:t>
            </a:fld>
            <a:endParaRPr lang="en-MA"/>
          </a:p>
        </p:txBody>
      </p:sp>
      <p:sp>
        <p:nvSpPr>
          <p:cNvPr id="8" name="Footer Placeholder 7">
            <a:extLst>
              <a:ext uri="{FF2B5EF4-FFF2-40B4-BE49-F238E27FC236}">
                <a16:creationId xmlns:a16="http://schemas.microsoft.com/office/drawing/2014/main" id="{F36E0D52-BE96-604D-4457-BDF3DE0C4578}"/>
              </a:ext>
            </a:extLst>
          </p:cNvPr>
          <p:cNvSpPr>
            <a:spLocks noGrp="1"/>
          </p:cNvSpPr>
          <p:nvPr>
            <p:ph type="ftr" sz="quarter" idx="11"/>
          </p:nvPr>
        </p:nvSpPr>
        <p:spPr/>
        <p:txBody>
          <a:bodyPr/>
          <a:lstStyle/>
          <a:p>
            <a:endParaRPr lang="en-MA"/>
          </a:p>
        </p:txBody>
      </p:sp>
      <p:sp>
        <p:nvSpPr>
          <p:cNvPr id="9" name="Slide Number Placeholder 8">
            <a:extLst>
              <a:ext uri="{FF2B5EF4-FFF2-40B4-BE49-F238E27FC236}">
                <a16:creationId xmlns:a16="http://schemas.microsoft.com/office/drawing/2014/main" id="{94F283A5-9EE4-2BC1-9878-A58B113B9281}"/>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1555607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E8EA0-EB41-5852-F2CB-450D5594567C}"/>
              </a:ext>
            </a:extLst>
          </p:cNvPr>
          <p:cNvSpPr>
            <a:spLocks noGrp="1"/>
          </p:cNvSpPr>
          <p:nvPr>
            <p:ph type="title"/>
          </p:nvPr>
        </p:nvSpPr>
        <p:spPr/>
        <p:txBody>
          <a:bodyPr/>
          <a:lstStyle/>
          <a:p>
            <a:r>
              <a:rPr lang="en-US"/>
              <a:t>Click to edit Master title style</a:t>
            </a:r>
            <a:endParaRPr lang="en-MA"/>
          </a:p>
        </p:txBody>
      </p:sp>
      <p:sp>
        <p:nvSpPr>
          <p:cNvPr id="3" name="Date Placeholder 2">
            <a:extLst>
              <a:ext uri="{FF2B5EF4-FFF2-40B4-BE49-F238E27FC236}">
                <a16:creationId xmlns:a16="http://schemas.microsoft.com/office/drawing/2014/main" id="{34FA2628-E1A6-3B41-7002-4D841C63AD41}"/>
              </a:ext>
            </a:extLst>
          </p:cNvPr>
          <p:cNvSpPr>
            <a:spLocks noGrp="1"/>
          </p:cNvSpPr>
          <p:nvPr>
            <p:ph type="dt" sz="half" idx="10"/>
          </p:nvPr>
        </p:nvSpPr>
        <p:spPr/>
        <p:txBody>
          <a:bodyPr/>
          <a:lstStyle/>
          <a:p>
            <a:fld id="{C651EBA5-5D6B-1245-9328-7D2D181FC864}" type="datetimeFigureOut">
              <a:rPr lang="en-MA" smtClean="0"/>
              <a:t>08/04/2026</a:t>
            </a:fld>
            <a:endParaRPr lang="en-MA"/>
          </a:p>
        </p:txBody>
      </p:sp>
      <p:sp>
        <p:nvSpPr>
          <p:cNvPr id="4" name="Footer Placeholder 3">
            <a:extLst>
              <a:ext uri="{FF2B5EF4-FFF2-40B4-BE49-F238E27FC236}">
                <a16:creationId xmlns:a16="http://schemas.microsoft.com/office/drawing/2014/main" id="{03B96072-6399-AE6D-1858-B423A9214633}"/>
              </a:ext>
            </a:extLst>
          </p:cNvPr>
          <p:cNvSpPr>
            <a:spLocks noGrp="1"/>
          </p:cNvSpPr>
          <p:nvPr>
            <p:ph type="ftr" sz="quarter" idx="11"/>
          </p:nvPr>
        </p:nvSpPr>
        <p:spPr/>
        <p:txBody>
          <a:bodyPr/>
          <a:lstStyle/>
          <a:p>
            <a:endParaRPr lang="en-MA"/>
          </a:p>
        </p:txBody>
      </p:sp>
      <p:sp>
        <p:nvSpPr>
          <p:cNvPr id="5" name="Slide Number Placeholder 4">
            <a:extLst>
              <a:ext uri="{FF2B5EF4-FFF2-40B4-BE49-F238E27FC236}">
                <a16:creationId xmlns:a16="http://schemas.microsoft.com/office/drawing/2014/main" id="{639C3BC3-F868-3845-0742-5D30E95EC110}"/>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2211776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11AE74-01F2-AD67-9421-1758589CAF2E}"/>
              </a:ext>
            </a:extLst>
          </p:cNvPr>
          <p:cNvSpPr>
            <a:spLocks noGrp="1"/>
          </p:cNvSpPr>
          <p:nvPr>
            <p:ph type="dt" sz="half" idx="10"/>
          </p:nvPr>
        </p:nvSpPr>
        <p:spPr/>
        <p:txBody>
          <a:bodyPr/>
          <a:lstStyle/>
          <a:p>
            <a:fld id="{C651EBA5-5D6B-1245-9328-7D2D181FC864}" type="datetimeFigureOut">
              <a:rPr lang="en-MA" smtClean="0"/>
              <a:t>08/04/2026</a:t>
            </a:fld>
            <a:endParaRPr lang="en-MA"/>
          </a:p>
        </p:txBody>
      </p:sp>
      <p:sp>
        <p:nvSpPr>
          <p:cNvPr id="3" name="Footer Placeholder 2">
            <a:extLst>
              <a:ext uri="{FF2B5EF4-FFF2-40B4-BE49-F238E27FC236}">
                <a16:creationId xmlns:a16="http://schemas.microsoft.com/office/drawing/2014/main" id="{B29A62D4-1958-456C-B424-1862633C272A}"/>
              </a:ext>
            </a:extLst>
          </p:cNvPr>
          <p:cNvSpPr>
            <a:spLocks noGrp="1"/>
          </p:cNvSpPr>
          <p:nvPr>
            <p:ph type="ftr" sz="quarter" idx="11"/>
          </p:nvPr>
        </p:nvSpPr>
        <p:spPr/>
        <p:txBody>
          <a:bodyPr/>
          <a:lstStyle/>
          <a:p>
            <a:endParaRPr lang="en-MA"/>
          </a:p>
        </p:txBody>
      </p:sp>
      <p:sp>
        <p:nvSpPr>
          <p:cNvPr id="4" name="Slide Number Placeholder 3">
            <a:extLst>
              <a:ext uri="{FF2B5EF4-FFF2-40B4-BE49-F238E27FC236}">
                <a16:creationId xmlns:a16="http://schemas.microsoft.com/office/drawing/2014/main" id="{9BAD2DC6-7315-40F6-B6A4-3DD1F7B84DAD}"/>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2356363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3C262-380F-F317-8211-3776EE5E46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A"/>
          </a:p>
        </p:txBody>
      </p:sp>
      <p:sp>
        <p:nvSpPr>
          <p:cNvPr id="3" name="Content Placeholder 2">
            <a:extLst>
              <a:ext uri="{FF2B5EF4-FFF2-40B4-BE49-F238E27FC236}">
                <a16:creationId xmlns:a16="http://schemas.microsoft.com/office/drawing/2014/main" id="{28EDB357-CB8F-56E3-BE11-57E90591BA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Text Placeholder 3">
            <a:extLst>
              <a:ext uri="{FF2B5EF4-FFF2-40B4-BE49-F238E27FC236}">
                <a16:creationId xmlns:a16="http://schemas.microsoft.com/office/drawing/2014/main" id="{7964655B-759E-6A23-C49F-688B5DC576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4699B3-539B-0C94-15D4-7FF9574687F8}"/>
              </a:ext>
            </a:extLst>
          </p:cNvPr>
          <p:cNvSpPr>
            <a:spLocks noGrp="1"/>
          </p:cNvSpPr>
          <p:nvPr>
            <p:ph type="dt" sz="half" idx="10"/>
          </p:nvPr>
        </p:nvSpPr>
        <p:spPr/>
        <p:txBody>
          <a:bodyPr/>
          <a:lstStyle/>
          <a:p>
            <a:fld id="{C651EBA5-5D6B-1245-9328-7D2D181FC864}" type="datetimeFigureOut">
              <a:rPr lang="en-MA" smtClean="0"/>
              <a:t>08/04/2026</a:t>
            </a:fld>
            <a:endParaRPr lang="en-MA"/>
          </a:p>
        </p:txBody>
      </p:sp>
      <p:sp>
        <p:nvSpPr>
          <p:cNvPr id="6" name="Footer Placeholder 5">
            <a:extLst>
              <a:ext uri="{FF2B5EF4-FFF2-40B4-BE49-F238E27FC236}">
                <a16:creationId xmlns:a16="http://schemas.microsoft.com/office/drawing/2014/main" id="{4BC0CA7F-040E-0074-A6EB-B95435912321}"/>
              </a:ext>
            </a:extLst>
          </p:cNvPr>
          <p:cNvSpPr>
            <a:spLocks noGrp="1"/>
          </p:cNvSpPr>
          <p:nvPr>
            <p:ph type="ftr" sz="quarter" idx="11"/>
          </p:nvPr>
        </p:nvSpPr>
        <p:spPr/>
        <p:txBody>
          <a:bodyPr/>
          <a:lstStyle/>
          <a:p>
            <a:endParaRPr lang="en-MA"/>
          </a:p>
        </p:txBody>
      </p:sp>
      <p:sp>
        <p:nvSpPr>
          <p:cNvPr id="7" name="Slide Number Placeholder 6">
            <a:extLst>
              <a:ext uri="{FF2B5EF4-FFF2-40B4-BE49-F238E27FC236}">
                <a16:creationId xmlns:a16="http://schemas.microsoft.com/office/drawing/2014/main" id="{4E81E667-F726-F73A-3636-855220B211F7}"/>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3079313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16A11-30A9-D30E-F2FD-9BF3C76D28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A"/>
          </a:p>
        </p:txBody>
      </p:sp>
      <p:sp>
        <p:nvSpPr>
          <p:cNvPr id="3" name="Picture Placeholder 2">
            <a:extLst>
              <a:ext uri="{FF2B5EF4-FFF2-40B4-BE49-F238E27FC236}">
                <a16:creationId xmlns:a16="http://schemas.microsoft.com/office/drawing/2014/main" id="{B49E376C-4EB1-EA6D-4C47-AC7BE924E4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A"/>
          </a:p>
        </p:txBody>
      </p:sp>
      <p:sp>
        <p:nvSpPr>
          <p:cNvPr id="4" name="Text Placeholder 3">
            <a:extLst>
              <a:ext uri="{FF2B5EF4-FFF2-40B4-BE49-F238E27FC236}">
                <a16:creationId xmlns:a16="http://schemas.microsoft.com/office/drawing/2014/main" id="{F7136556-32AB-9242-F43E-A2A7546589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72AD94-779F-7437-9FF3-6AC2A60C5F71}"/>
              </a:ext>
            </a:extLst>
          </p:cNvPr>
          <p:cNvSpPr>
            <a:spLocks noGrp="1"/>
          </p:cNvSpPr>
          <p:nvPr>
            <p:ph type="dt" sz="half" idx="10"/>
          </p:nvPr>
        </p:nvSpPr>
        <p:spPr/>
        <p:txBody>
          <a:bodyPr/>
          <a:lstStyle/>
          <a:p>
            <a:fld id="{C651EBA5-5D6B-1245-9328-7D2D181FC864}" type="datetimeFigureOut">
              <a:rPr lang="en-MA" smtClean="0"/>
              <a:t>08/04/2026</a:t>
            </a:fld>
            <a:endParaRPr lang="en-MA"/>
          </a:p>
        </p:txBody>
      </p:sp>
      <p:sp>
        <p:nvSpPr>
          <p:cNvPr id="6" name="Footer Placeholder 5">
            <a:extLst>
              <a:ext uri="{FF2B5EF4-FFF2-40B4-BE49-F238E27FC236}">
                <a16:creationId xmlns:a16="http://schemas.microsoft.com/office/drawing/2014/main" id="{DE9315A0-33FE-F521-45E0-1937BB49A565}"/>
              </a:ext>
            </a:extLst>
          </p:cNvPr>
          <p:cNvSpPr>
            <a:spLocks noGrp="1"/>
          </p:cNvSpPr>
          <p:nvPr>
            <p:ph type="ftr" sz="quarter" idx="11"/>
          </p:nvPr>
        </p:nvSpPr>
        <p:spPr/>
        <p:txBody>
          <a:bodyPr/>
          <a:lstStyle/>
          <a:p>
            <a:endParaRPr lang="en-MA"/>
          </a:p>
        </p:txBody>
      </p:sp>
      <p:sp>
        <p:nvSpPr>
          <p:cNvPr id="7" name="Slide Number Placeholder 6">
            <a:extLst>
              <a:ext uri="{FF2B5EF4-FFF2-40B4-BE49-F238E27FC236}">
                <a16:creationId xmlns:a16="http://schemas.microsoft.com/office/drawing/2014/main" id="{B229C8E9-7274-3A8C-2BC7-1A1FAB602CB9}"/>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1753987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D4919-C418-464A-6DC8-91712F97F529}"/>
              </a:ext>
            </a:extLst>
          </p:cNvPr>
          <p:cNvSpPr>
            <a:spLocks noGrp="1"/>
          </p:cNvSpPr>
          <p:nvPr>
            <p:ph type="title"/>
          </p:nvPr>
        </p:nvSpPr>
        <p:spPr/>
        <p:txBody>
          <a:bodyPr/>
          <a:lstStyle/>
          <a:p>
            <a:r>
              <a:rPr lang="en-US"/>
              <a:t>Click to edit Master title style</a:t>
            </a:r>
            <a:endParaRPr lang="en-MA"/>
          </a:p>
        </p:txBody>
      </p:sp>
      <p:sp>
        <p:nvSpPr>
          <p:cNvPr id="3" name="Vertical Text Placeholder 2">
            <a:extLst>
              <a:ext uri="{FF2B5EF4-FFF2-40B4-BE49-F238E27FC236}">
                <a16:creationId xmlns:a16="http://schemas.microsoft.com/office/drawing/2014/main" id="{1B2FF419-0B82-778B-CCD7-8BBA6AD892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FC994307-56CD-1AE6-64BF-35F93EDA0E83}"/>
              </a:ext>
            </a:extLst>
          </p:cNvPr>
          <p:cNvSpPr>
            <a:spLocks noGrp="1"/>
          </p:cNvSpPr>
          <p:nvPr>
            <p:ph type="dt" sz="half" idx="10"/>
          </p:nvPr>
        </p:nvSpPr>
        <p:spPr/>
        <p:txBody>
          <a:bodyPr/>
          <a:lstStyle/>
          <a:p>
            <a:fld id="{C651EBA5-5D6B-1245-9328-7D2D181FC864}" type="datetimeFigureOut">
              <a:rPr lang="en-MA" smtClean="0"/>
              <a:t>08/04/2026</a:t>
            </a:fld>
            <a:endParaRPr lang="en-MA"/>
          </a:p>
        </p:txBody>
      </p:sp>
      <p:sp>
        <p:nvSpPr>
          <p:cNvPr id="5" name="Footer Placeholder 4">
            <a:extLst>
              <a:ext uri="{FF2B5EF4-FFF2-40B4-BE49-F238E27FC236}">
                <a16:creationId xmlns:a16="http://schemas.microsoft.com/office/drawing/2014/main" id="{F0ED42F2-DF6C-515E-7D7F-989BDACF803A}"/>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08618A75-0176-3FB5-5E74-0A899A5B9A34}"/>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2423835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1C3C9E-4554-8455-B064-B3E496A466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A"/>
          </a:p>
        </p:txBody>
      </p:sp>
      <p:sp>
        <p:nvSpPr>
          <p:cNvPr id="3" name="Vertical Text Placeholder 2">
            <a:extLst>
              <a:ext uri="{FF2B5EF4-FFF2-40B4-BE49-F238E27FC236}">
                <a16:creationId xmlns:a16="http://schemas.microsoft.com/office/drawing/2014/main" id="{7CDBDA4C-25B9-0BC2-5D31-EA5475AF07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C9586CCD-F50C-EE5B-3FCD-70381E2CBF96}"/>
              </a:ext>
            </a:extLst>
          </p:cNvPr>
          <p:cNvSpPr>
            <a:spLocks noGrp="1"/>
          </p:cNvSpPr>
          <p:nvPr>
            <p:ph type="dt" sz="half" idx="10"/>
          </p:nvPr>
        </p:nvSpPr>
        <p:spPr/>
        <p:txBody>
          <a:bodyPr/>
          <a:lstStyle/>
          <a:p>
            <a:fld id="{C651EBA5-5D6B-1245-9328-7D2D181FC864}" type="datetimeFigureOut">
              <a:rPr lang="en-MA" smtClean="0"/>
              <a:t>08/04/2026</a:t>
            </a:fld>
            <a:endParaRPr lang="en-MA"/>
          </a:p>
        </p:txBody>
      </p:sp>
      <p:sp>
        <p:nvSpPr>
          <p:cNvPr id="5" name="Footer Placeholder 4">
            <a:extLst>
              <a:ext uri="{FF2B5EF4-FFF2-40B4-BE49-F238E27FC236}">
                <a16:creationId xmlns:a16="http://schemas.microsoft.com/office/drawing/2014/main" id="{8E8A2745-674B-1055-2586-CC10BB679239}"/>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C1D2EB46-0231-BE56-E9E0-4408EA7A48BB}"/>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1205468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bg>
      <p:bgPr>
        <a:solidFill>
          <a:srgbClr val="06353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A5AB594-3664-8E9E-06CB-D3D33937B75C}"/>
              </a:ext>
            </a:extLst>
          </p:cNvPr>
          <p:cNvCxnSpPr/>
          <p:nvPr userDrawn="1"/>
        </p:nvCxnSpPr>
        <p:spPr>
          <a:xfrm>
            <a:off x="336000" y="547474"/>
            <a:ext cx="11520000" cy="0"/>
          </a:xfrm>
          <a:prstGeom prst="line">
            <a:avLst/>
          </a:prstGeom>
          <a:ln w="19050" cap="rnd">
            <a:solidFill>
              <a:srgbClr val="F1B67C"/>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27E3AE6-1AA2-47C1-4627-E4CAD3494BF7}"/>
              </a:ext>
            </a:extLst>
          </p:cNvPr>
          <p:cNvCxnSpPr/>
          <p:nvPr userDrawn="1"/>
        </p:nvCxnSpPr>
        <p:spPr>
          <a:xfrm>
            <a:off x="336000" y="6315483"/>
            <a:ext cx="11520000" cy="0"/>
          </a:xfrm>
          <a:prstGeom prst="line">
            <a:avLst/>
          </a:prstGeom>
          <a:ln w="19050" cap="rnd">
            <a:solidFill>
              <a:srgbClr val="F1B67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51404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p:bg>
      <p:bgPr>
        <a:solidFill>
          <a:srgbClr val="F8F6C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42000" y="34769"/>
            <a:ext cx="11520000" cy="539672"/>
          </a:xfrm>
          <a:prstGeom prst="rect">
            <a:avLst/>
          </a:prstGeom>
        </p:spPr>
        <p:txBody>
          <a:bodyPr tIns="0" bIns="0"/>
          <a:lstStyle>
            <a:lvl1pPr algn="ctr">
              <a:lnSpc>
                <a:spcPct val="100000"/>
              </a:lnSpc>
              <a:defRPr sz="3600" baseline="0">
                <a:solidFill>
                  <a:schemeClr val="tx1"/>
                </a:solidFill>
                <a:latin typeface="+mn-lt"/>
              </a:defRPr>
            </a:lvl1pPr>
          </a:lstStyle>
          <a:p>
            <a:r>
              <a:rPr lang="en-US"/>
              <a:t>Click to edit Master title style</a:t>
            </a:r>
            <a:endParaRPr lang="en-GB"/>
          </a:p>
        </p:txBody>
      </p:sp>
      <p:cxnSp>
        <p:nvCxnSpPr>
          <p:cNvPr id="7" name="Straight Connector 6"/>
          <p:cNvCxnSpPr/>
          <p:nvPr userDrawn="1"/>
        </p:nvCxnSpPr>
        <p:spPr>
          <a:xfrm>
            <a:off x="342000" y="673830"/>
            <a:ext cx="11520000" cy="0"/>
          </a:xfrm>
          <a:prstGeom prst="line">
            <a:avLst/>
          </a:prstGeom>
          <a:ln w="19050" cap="rnd">
            <a:solidFill>
              <a:srgbClr val="063532"/>
            </a:solidFill>
          </a:ln>
        </p:spPr>
        <p:style>
          <a:lnRef idx="1">
            <a:schemeClr val="accent1"/>
          </a:lnRef>
          <a:fillRef idx="0">
            <a:schemeClr val="accent1"/>
          </a:fillRef>
          <a:effectRef idx="0">
            <a:schemeClr val="accent1"/>
          </a:effectRef>
          <a:fontRef idx="minor">
            <a:schemeClr val="tx1"/>
          </a:fontRef>
        </p:style>
      </p:cxnSp>
      <p:sp>
        <p:nvSpPr>
          <p:cNvPr id="10" name="Content Placeholder 2"/>
          <p:cNvSpPr>
            <a:spLocks noGrp="1"/>
          </p:cNvSpPr>
          <p:nvPr>
            <p:ph sz="half" idx="1" hasCustomPrompt="1"/>
          </p:nvPr>
        </p:nvSpPr>
        <p:spPr>
          <a:xfrm>
            <a:off x="198000" y="767566"/>
            <a:ext cx="11665475" cy="5494085"/>
          </a:xfrm>
          <a:prstGeom prst="rect">
            <a:avLst/>
          </a:prstGeom>
        </p:spPr>
        <p:txBody>
          <a:bodyPr tIns="0" bIns="0"/>
          <a:lstStyle>
            <a:lvl1pPr marL="228600" indent="-228600">
              <a:buClr>
                <a:srgbClr val="B40000"/>
              </a:buClr>
              <a:buSzPct val="75000"/>
              <a:buFontTx/>
              <a:buChar char="►"/>
              <a:defRPr sz="3200">
                <a:solidFill>
                  <a:schemeClr val="tx1"/>
                </a:solidFill>
                <a:latin typeface="+mn-lt"/>
              </a:defRPr>
            </a:lvl1pPr>
            <a:lvl2pPr marL="685800" indent="-228600">
              <a:buClr>
                <a:srgbClr val="B40000"/>
              </a:buClr>
              <a:buSzPct val="75000"/>
              <a:buFontTx/>
              <a:buChar char="►"/>
              <a:defRPr sz="2800">
                <a:solidFill>
                  <a:schemeClr val="tx1"/>
                </a:solidFill>
                <a:latin typeface="+mn-lt"/>
              </a:defRPr>
            </a:lvl2pPr>
            <a:lvl3pPr marL="1143000" indent="-228600">
              <a:buClr>
                <a:srgbClr val="B40000"/>
              </a:buClr>
              <a:buSzPct val="75000"/>
              <a:buFontTx/>
              <a:buChar char="►"/>
              <a:defRPr sz="2400">
                <a:solidFill>
                  <a:schemeClr val="tx1"/>
                </a:solidFill>
                <a:latin typeface="+mn-lt"/>
              </a:defRPr>
            </a:lvl3pPr>
            <a:lvl4pPr marL="1600200" indent="-228600">
              <a:buClr>
                <a:srgbClr val="B40000"/>
              </a:buClr>
              <a:buSzPct val="75000"/>
              <a:buFontTx/>
              <a:buChar char="►"/>
              <a:defRPr sz="2000">
                <a:solidFill>
                  <a:schemeClr val="tx1"/>
                </a:solidFill>
                <a:latin typeface="+mn-lt"/>
              </a:defRPr>
            </a:lvl4pPr>
            <a:lvl5pPr marL="2057400" indent="-228600">
              <a:buClr>
                <a:srgbClr val="B40000"/>
              </a:buClr>
              <a:buSzPct val="75000"/>
              <a:buFontTx/>
              <a:buChar char="►"/>
              <a:defRPr sz="2000">
                <a:solidFill>
                  <a:schemeClr val="tx1"/>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Slide Number Placeholder 6">
            <a:extLst>
              <a:ext uri="{FF2B5EF4-FFF2-40B4-BE49-F238E27FC236}">
                <a16:creationId xmlns:a16="http://schemas.microsoft.com/office/drawing/2014/main" id="{7C148890-B4AF-876D-F64B-062232F6784C}"/>
              </a:ext>
            </a:extLst>
          </p:cNvPr>
          <p:cNvSpPr txBox="1">
            <a:spLocks/>
          </p:cNvSpPr>
          <p:nvPr userDrawn="1"/>
        </p:nvSpPr>
        <p:spPr>
          <a:xfrm>
            <a:off x="-60665" y="6508278"/>
            <a:ext cx="711200" cy="365125"/>
          </a:xfrm>
        </p:spPr>
        <p:txBody>
          <a:bodyPr/>
          <a:lstStyle>
            <a:defPPr>
              <a:defRPr lang="en-US"/>
            </a:defPPr>
            <a:lvl1pPr marL="0" algn="l" defTabSz="914400" rtl="0" eaLnBrk="1" latinLnBrk="0" hangingPunct="1">
              <a:defRPr sz="1200" kern="1200">
                <a:solidFill>
                  <a:schemeClr val="tx1"/>
                </a:solidFill>
                <a:latin typeface="Optim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8DC1522-342F-47E4-9CF7-D7732B4FB87D}" type="slidenum">
              <a:rPr lang="en-GB" sz="1200" b="0" smtClean="0">
                <a:solidFill>
                  <a:srgbClr val="F8F6CA"/>
                </a:solidFill>
                <a:latin typeface="+mn-lt"/>
              </a:rPr>
              <a:pPr algn="ctr"/>
              <a:t>‹#›</a:t>
            </a:fld>
            <a:endParaRPr lang="en-GB" sz="1400" b="0">
              <a:solidFill>
                <a:srgbClr val="F8F6CA"/>
              </a:solidFill>
              <a:latin typeface="+mn-lt"/>
            </a:endParaRPr>
          </a:p>
        </p:txBody>
      </p:sp>
    </p:spTree>
    <p:extLst>
      <p:ext uri="{BB962C8B-B14F-4D97-AF65-F5344CB8AC3E}">
        <p14:creationId xmlns:p14="http://schemas.microsoft.com/office/powerpoint/2010/main" val="2093151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0956A3-0AA8-F8F8-359E-2571674A6E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A"/>
          </a:p>
        </p:txBody>
      </p:sp>
      <p:sp>
        <p:nvSpPr>
          <p:cNvPr id="3" name="Text Placeholder 2">
            <a:extLst>
              <a:ext uri="{FF2B5EF4-FFF2-40B4-BE49-F238E27FC236}">
                <a16:creationId xmlns:a16="http://schemas.microsoft.com/office/drawing/2014/main" id="{6C815038-AE16-1B22-EE5F-4712C228C9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9656DD1B-8889-988E-B190-9D2B5040BC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51EBA5-5D6B-1245-9328-7D2D181FC864}" type="datetimeFigureOut">
              <a:rPr lang="en-MA" smtClean="0"/>
              <a:t>08/04/2026</a:t>
            </a:fld>
            <a:endParaRPr lang="en-MA"/>
          </a:p>
        </p:txBody>
      </p:sp>
      <p:sp>
        <p:nvSpPr>
          <p:cNvPr id="5" name="Footer Placeholder 4">
            <a:extLst>
              <a:ext uri="{FF2B5EF4-FFF2-40B4-BE49-F238E27FC236}">
                <a16:creationId xmlns:a16="http://schemas.microsoft.com/office/drawing/2014/main" id="{63DA8C46-785A-02C3-0D98-6A3BF2C135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A"/>
          </a:p>
        </p:txBody>
      </p:sp>
      <p:sp>
        <p:nvSpPr>
          <p:cNvPr id="6" name="Slide Number Placeholder 5">
            <a:extLst>
              <a:ext uri="{FF2B5EF4-FFF2-40B4-BE49-F238E27FC236}">
                <a16:creationId xmlns:a16="http://schemas.microsoft.com/office/drawing/2014/main" id="{3AEDE843-7CF0-9F56-D589-15438D02BB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7BBBE9-DD51-4944-B30A-970ADBD11FC7}" type="slidenum">
              <a:rPr lang="en-MA" smtClean="0"/>
              <a:t>‹#›</a:t>
            </a:fld>
            <a:endParaRPr lang="en-MA"/>
          </a:p>
        </p:txBody>
      </p:sp>
    </p:spTree>
    <p:extLst>
      <p:ext uri="{BB962C8B-B14F-4D97-AF65-F5344CB8AC3E}">
        <p14:creationId xmlns:p14="http://schemas.microsoft.com/office/powerpoint/2010/main" val="2575588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3532"/>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9B5EE0A-878A-594B-5E78-A954372A4F11}"/>
              </a:ext>
            </a:extLst>
          </p:cNvPr>
          <p:cNvSpPr txBox="1">
            <a:spLocks/>
          </p:cNvSpPr>
          <p:nvPr/>
        </p:nvSpPr>
        <p:spPr>
          <a:xfrm>
            <a:off x="1066800" y="3014934"/>
            <a:ext cx="10058400" cy="1406520"/>
          </a:xfrm>
          <a:prstGeom prst="rect">
            <a:avLst/>
          </a:prstGeom>
          <a:noFill/>
        </p:spPr>
        <p:txBody>
          <a:bodyPr anchor="b">
            <a:normAutofit fontScale="62500" lnSpcReduction="20000"/>
          </a:bodyPr>
          <a:lst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a:lstStyle>
          <a:p>
            <a:pPr algn="ctr">
              <a:lnSpc>
                <a:spcPct val="100000"/>
              </a:lnSpc>
            </a:pPr>
            <a:r>
              <a:rPr lang="en-IN" sz="5500" b="1" dirty="0">
                <a:solidFill>
                  <a:srgbClr val="00B0F0"/>
                </a:solidFill>
              </a:rPr>
              <a:t>Crop Recommendation System Using Machine Learning Based on NPK Soil Nutrients and</a:t>
            </a:r>
          </a:p>
          <a:p>
            <a:pPr algn="ctr">
              <a:lnSpc>
                <a:spcPct val="100000"/>
              </a:lnSpc>
            </a:pPr>
            <a:r>
              <a:rPr lang="en-IN" sz="5500" b="1" dirty="0">
                <a:solidFill>
                  <a:srgbClr val="00B0F0"/>
                </a:solidFill>
              </a:rPr>
              <a:t>Weather Conditions</a:t>
            </a:r>
          </a:p>
          <a:p>
            <a:pPr algn="ctr">
              <a:lnSpc>
                <a:spcPct val="100000"/>
              </a:lnSpc>
            </a:pPr>
            <a:endParaRPr lang="en-GB" sz="3800" dirty="0">
              <a:solidFill>
                <a:srgbClr val="00B0F0"/>
              </a:solidFill>
              <a:latin typeface="+mn-lt"/>
            </a:endParaRPr>
          </a:p>
        </p:txBody>
      </p:sp>
      <p:sp>
        <p:nvSpPr>
          <p:cNvPr id="8" name="Title 1">
            <a:extLst>
              <a:ext uri="{FF2B5EF4-FFF2-40B4-BE49-F238E27FC236}">
                <a16:creationId xmlns:a16="http://schemas.microsoft.com/office/drawing/2014/main" id="{192D4E25-4A15-F302-45AF-52408EC6981E}"/>
              </a:ext>
            </a:extLst>
          </p:cNvPr>
          <p:cNvSpPr txBox="1">
            <a:spLocks/>
          </p:cNvSpPr>
          <p:nvPr/>
        </p:nvSpPr>
        <p:spPr>
          <a:xfrm>
            <a:off x="200942" y="5026575"/>
            <a:ext cx="4181237" cy="1073497"/>
          </a:xfrm>
          <a:prstGeom prst="rect">
            <a:avLst/>
          </a:prstGeom>
          <a:noFill/>
        </p:spPr>
        <p:txBody>
          <a:bodyPr lIns="91440" tIns="45720" rIns="91440" bIns="45720" anchor="b">
            <a:normAutofit fontScale="77500" lnSpcReduction="20000"/>
          </a:bodyPr>
          <a:lst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a:lstStyle>
          <a:p>
            <a:pPr>
              <a:lnSpc>
                <a:spcPct val="100000"/>
              </a:lnSpc>
            </a:pPr>
            <a:r>
              <a:rPr lang="en-GB" sz="3200" dirty="0">
                <a:solidFill>
                  <a:srgbClr val="F8F6CA"/>
                </a:solidFill>
                <a:latin typeface="+mn-lt"/>
              </a:rPr>
              <a:t>Student Name: SAI KIRAN REDDY KONDAM  </a:t>
            </a:r>
          </a:p>
          <a:p>
            <a:pPr>
              <a:lnSpc>
                <a:spcPct val="100000"/>
              </a:lnSpc>
            </a:pPr>
            <a:r>
              <a:rPr lang="en-GB" sz="3200" dirty="0">
                <a:solidFill>
                  <a:srgbClr val="F8F6CA"/>
                </a:solidFill>
                <a:latin typeface="+mn-lt"/>
              </a:rPr>
              <a:t>Date: </a:t>
            </a:r>
          </a:p>
        </p:txBody>
      </p:sp>
      <p:sp>
        <p:nvSpPr>
          <p:cNvPr id="2" name="Title 1">
            <a:extLst>
              <a:ext uri="{FF2B5EF4-FFF2-40B4-BE49-F238E27FC236}">
                <a16:creationId xmlns:a16="http://schemas.microsoft.com/office/drawing/2014/main" id="{F2B3F4AD-9839-C0C0-D927-EEEF3AD674CB}"/>
              </a:ext>
            </a:extLst>
          </p:cNvPr>
          <p:cNvSpPr txBox="1">
            <a:spLocks/>
          </p:cNvSpPr>
          <p:nvPr/>
        </p:nvSpPr>
        <p:spPr>
          <a:xfrm>
            <a:off x="1076546" y="757928"/>
            <a:ext cx="10058400" cy="1710564"/>
          </a:xfrm>
          <a:prstGeom prst="rect">
            <a:avLst/>
          </a:prstGeom>
          <a:noFill/>
        </p:spPr>
        <p:txBody>
          <a:bodyPr lIns="91440" tIns="45720" rIns="91440" bIns="45720" anchor="b">
            <a:normAutofit/>
          </a:bodyPr>
          <a:lst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a:lstStyle>
          <a:p>
            <a:pPr algn="ctr">
              <a:lnSpc>
                <a:spcPct val="100000"/>
              </a:lnSpc>
            </a:pPr>
            <a:r>
              <a:rPr lang="en-GB" sz="4800" b="1" dirty="0">
                <a:solidFill>
                  <a:srgbClr val="00C487"/>
                </a:solidFill>
              </a:rPr>
              <a:t>MSc Project </a:t>
            </a:r>
          </a:p>
          <a:p>
            <a:pPr algn="ctr">
              <a:lnSpc>
                <a:spcPct val="100000"/>
              </a:lnSpc>
            </a:pPr>
            <a:r>
              <a:rPr lang="en-GB" sz="2200" dirty="0">
                <a:solidFill>
                  <a:srgbClr val="00C487"/>
                </a:solidFill>
                <a:latin typeface="+mn-lt"/>
              </a:rPr>
              <a:t>(CMP060L050H) </a:t>
            </a:r>
            <a:endParaRPr lang="en-GB" b="1" dirty="0">
              <a:solidFill>
                <a:srgbClr val="FFFFFF"/>
              </a:solidFill>
              <a:latin typeface="Calibri Light" panose="020F0302020204030204"/>
              <a:cs typeface="Calibri Light" panose="020F0302020204030204"/>
            </a:endParaRPr>
          </a:p>
          <a:p>
            <a:pPr algn="ctr">
              <a:lnSpc>
                <a:spcPct val="100000"/>
              </a:lnSpc>
            </a:pPr>
            <a:r>
              <a:rPr lang="en-GB" sz="3200" dirty="0">
                <a:solidFill>
                  <a:srgbClr val="F8F6CA"/>
                </a:solidFill>
                <a:latin typeface="+mn-lt"/>
              </a:rPr>
              <a:t>Viva Presentation </a:t>
            </a:r>
          </a:p>
        </p:txBody>
      </p:sp>
      <p:sp>
        <p:nvSpPr>
          <p:cNvPr id="4" name="Title 1">
            <a:extLst>
              <a:ext uri="{FF2B5EF4-FFF2-40B4-BE49-F238E27FC236}">
                <a16:creationId xmlns:a16="http://schemas.microsoft.com/office/drawing/2014/main" id="{4060847A-EE14-C513-3261-90AEF6F8B76E}"/>
              </a:ext>
            </a:extLst>
          </p:cNvPr>
          <p:cNvSpPr txBox="1">
            <a:spLocks/>
          </p:cNvSpPr>
          <p:nvPr/>
        </p:nvSpPr>
        <p:spPr>
          <a:xfrm>
            <a:off x="7809822" y="4967897"/>
            <a:ext cx="4181237" cy="1073497"/>
          </a:xfrm>
          <a:prstGeom prst="rect">
            <a:avLst/>
          </a:prstGeom>
          <a:noFill/>
        </p:spPr>
        <p:txBody>
          <a:bodyPr lIns="91440" tIns="45720" rIns="91440" bIns="45720" anchor="b">
            <a:normAutofit fontScale="77500" lnSpcReduction="20000"/>
          </a:bodyPr>
          <a:lst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a:lstStyle>
          <a:p>
            <a:pPr>
              <a:lnSpc>
                <a:spcPct val="100000"/>
              </a:lnSpc>
            </a:pPr>
            <a:r>
              <a:rPr lang="en-GB" sz="3200" dirty="0">
                <a:solidFill>
                  <a:srgbClr val="F8F6CA"/>
                </a:solidFill>
                <a:latin typeface="+mn-lt"/>
              </a:rPr>
              <a:t>Supervisor</a:t>
            </a:r>
            <a:r>
              <a:rPr lang="en-GB" sz="3200" dirty="0">
                <a:solidFill>
                  <a:srgbClr val="F8F6CA"/>
                </a:solidFill>
                <a:ea typeface="+mj-lt"/>
                <a:cs typeface="+mj-lt"/>
              </a:rPr>
              <a:t>: </a:t>
            </a:r>
            <a:r>
              <a:rPr lang="en-GB" sz="3200" dirty="0" err="1">
                <a:solidFill>
                  <a:srgbClr val="F8F6CA"/>
                </a:solidFill>
                <a:ea typeface="+mj-lt"/>
                <a:cs typeface="+mj-lt"/>
              </a:rPr>
              <a:t>Dr.Shekoufeh</a:t>
            </a:r>
            <a:r>
              <a:rPr lang="en-GB" sz="3200" dirty="0">
                <a:solidFill>
                  <a:srgbClr val="F8F6CA"/>
                </a:solidFill>
                <a:ea typeface="+mj-lt"/>
                <a:cs typeface="+mj-lt"/>
              </a:rPr>
              <a:t> Rahimi</a:t>
            </a:r>
            <a:endParaRPr lang="en-GB" sz="3200" dirty="0">
              <a:solidFill>
                <a:srgbClr val="000000"/>
              </a:solidFill>
              <a:ea typeface="+mj-lt"/>
              <a:cs typeface="+mj-lt"/>
            </a:endParaRPr>
          </a:p>
          <a:p>
            <a:pPr>
              <a:lnSpc>
                <a:spcPct val="100000"/>
              </a:lnSpc>
            </a:pPr>
            <a:r>
              <a:rPr lang="en-GB" sz="3200" dirty="0">
                <a:solidFill>
                  <a:srgbClr val="F8F6CA"/>
                </a:solidFill>
                <a:latin typeface="+mn-lt"/>
              </a:rPr>
              <a:t>Second Marker:  </a:t>
            </a:r>
            <a:endParaRPr lang="en-GB" dirty="0">
              <a:cs typeface="Calibri Light"/>
            </a:endParaRPr>
          </a:p>
        </p:txBody>
      </p:sp>
    </p:spTree>
    <p:extLst>
      <p:ext uri="{BB962C8B-B14F-4D97-AF65-F5344CB8AC3E}">
        <p14:creationId xmlns:p14="http://schemas.microsoft.com/office/powerpoint/2010/main" val="2656287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AE0466-EB13-62C0-652D-3F4C6D7AA6CC}"/>
              </a:ext>
            </a:extLst>
          </p:cNvPr>
          <p:cNvSpPr>
            <a:spLocks noGrp="1"/>
          </p:cNvSpPr>
          <p:nvPr>
            <p:ph type="title"/>
          </p:nvPr>
        </p:nvSpPr>
        <p:spPr/>
        <p:txBody>
          <a:bodyPr>
            <a:normAutofit fontScale="90000"/>
          </a:bodyPr>
          <a:lstStyle/>
          <a:p>
            <a:r>
              <a:rPr lang="en-GB">
                <a:latin typeface="+mn-lt"/>
              </a:rPr>
              <a:t>Outline</a:t>
            </a:r>
          </a:p>
        </p:txBody>
      </p:sp>
      <p:sp>
        <p:nvSpPr>
          <p:cNvPr id="5" name="Content Placeholder 4">
            <a:extLst>
              <a:ext uri="{FF2B5EF4-FFF2-40B4-BE49-F238E27FC236}">
                <a16:creationId xmlns:a16="http://schemas.microsoft.com/office/drawing/2014/main" id="{09A24666-F6F9-55BE-8D5D-805779DFC591}"/>
              </a:ext>
            </a:extLst>
          </p:cNvPr>
          <p:cNvSpPr>
            <a:spLocks noGrp="1"/>
          </p:cNvSpPr>
          <p:nvPr>
            <p:ph sz="half" idx="1"/>
          </p:nvPr>
        </p:nvSpPr>
        <p:spPr/>
        <p:txBody>
          <a:bodyPr vert="horz" lIns="91440" tIns="0" rIns="91440" bIns="0" rtlCol="0" anchor="t">
            <a:normAutofit/>
          </a:bodyPr>
          <a:lstStyle/>
          <a:p>
            <a:r>
              <a:rPr lang="en-US" dirty="0"/>
              <a:t>Context​</a:t>
            </a:r>
          </a:p>
          <a:p>
            <a:r>
              <a:rPr lang="en-US" dirty="0"/>
              <a:t>Problematic statement​</a:t>
            </a:r>
            <a:endParaRPr lang="en-US" dirty="0">
              <a:cs typeface="Calibri"/>
            </a:endParaRPr>
          </a:p>
          <a:p>
            <a:r>
              <a:rPr lang="en-US" dirty="0"/>
              <a:t>Objectives ​</a:t>
            </a:r>
            <a:endParaRPr lang="en-US" dirty="0">
              <a:cs typeface="Calibri"/>
            </a:endParaRPr>
          </a:p>
          <a:p>
            <a:r>
              <a:rPr lang="en-US" dirty="0"/>
              <a:t>Methodology​</a:t>
            </a:r>
            <a:endParaRPr lang="en-US" dirty="0">
              <a:cs typeface="Calibri"/>
            </a:endParaRPr>
          </a:p>
          <a:p>
            <a:r>
              <a:rPr lang="en-US" dirty="0"/>
              <a:t>Project management​</a:t>
            </a:r>
            <a:endParaRPr lang="en-US" dirty="0">
              <a:cs typeface="Calibri"/>
            </a:endParaRPr>
          </a:p>
          <a:p>
            <a:r>
              <a:rPr lang="en-US" dirty="0"/>
              <a:t>Literature review​</a:t>
            </a:r>
            <a:endParaRPr lang="en-US" dirty="0">
              <a:cs typeface="Calibri"/>
            </a:endParaRPr>
          </a:p>
          <a:p>
            <a:r>
              <a:rPr lang="en-US" dirty="0"/>
              <a:t>Your contributions </a:t>
            </a:r>
            <a:endParaRPr lang="en-US" dirty="0">
              <a:cs typeface="Calibri"/>
            </a:endParaRPr>
          </a:p>
          <a:p>
            <a:r>
              <a:rPr lang="en-US" dirty="0">
                <a:cs typeface="Calibri"/>
              </a:rPr>
              <a:t>Conclusion</a:t>
            </a:r>
            <a:endParaRPr lang="en-US">
              <a:cs typeface="Calibri"/>
            </a:endParaRPr>
          </a:p>
        </p:txBody>
      </p:sp>
    </p:spTree>
    <p:extLst>
      <p:ext uri="{BB962C8B-B14F-4D97-AF65-F5344CB8AC3E}">
        <p14:creationId xmlns:p14="http://schemas.microsoft.com/office/powerpoint/2010/main" val="3266900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96E8E-A0A7-36BB-F744-A2727B317ECB}"/>
              </a:ext>
            </a:extLst>
          </p:cNvPr>
          <p:cNvSpPr>
            <a:spLocks noGrp="1"/>
          </p:cNvSpPr>
          <p:nvPr>
            <p:ph type="title"/>
          </p:nvPr>
        </p:nvSpPr>
        <p:spPr/>
        <p:txBody>
          <a:bodyPr>
            <a:normAutofit fontScale="90000"/>
          </a:bodyPr>
          <a:lstStyle/>
          <a:p>
            <a:r>
              <a:rPr lang="en-GB" dirty="0"/>
              <a:t>Problem Statement - WHY</a:t>
            </a:r>
          </a:p>
        </p:txBody>
      </p:sp>
      <p:sp>
        <p:nvSpPr>
          <p:cNvPr id="3" name="Content Placeholder 2">
            <a:extLst>
              <a:ext uri="{FF2B5EF4-FFF2-40B4-BE49-F238E27FC236}">
                <a16:creationId xmlns:a16="http://schemas.microsoft.com/office/drawing/2014/main" id="{9C671AC4-D5A7-520C-D43D-40151EE7E5A5}"/>
              </a:ext>
            </a:extLst>
          </p:cNvPr>
          <p:cNvSpPr>
            <a:spLocks noGrp="1"/>
          </p:cNvSpPr>
          <p:nvPr>
            <p:ph sz="half" idx="1"/>
          </p:nvPr>
        </p:nvSpPr>
        <p:spPr/>
        <p:txBody>
          <a:bodyPr vert="horz" lIns="91440" tIns="0" rIns="91440" bIns="0" rtlCol="0" anchor="t">
            <a:normAutofit/>
          </a:bodyPr>
          <a:lstStyle/>
          <a:p>
            <a:pPr lvl="0"/>
            <a:r>
              <a:rPr lang="en-IN" sz="2800" dirty="0"/>
              <a:t>Precision Agriculture is a farming technique that makes use of data analysis of soil and environmental conditions to help make better decisions </a:t>
            </a:r>
            <a:r>
              <a:rPr lang="en-US" sz="2800" dirty="0"/>
              <a:t>[1]</a:t>
            </a:r>
            <a:r>
              <a:rPr lang="en-IN" sz="2800" dirty="0"/>
              <a:t>.</a:t>
            </a:r>
          </a:p>
          <a:p>
            <a:pPr lvl="0"/>
            <a:r>
              <a:rPr lang="en-IN" sz="2800" dirty="0"/>
              <a:t>Agricultural sustainability, crop productivity and growth are directly linked to soil nutrients and weather factors.</a:t>
            </a:r>
          </a:p>
          <a:p>
            <a:pPr lvl="0"/>
            <a:r>
              <a:rPr lang="en-IN" sz="2800" dirty="0"/>
              <a:t>The traditional selection of crops is largely based on farmers' experience and agricultural practice.</a:t>
            </a:r>
          </a:p>
          <a:p>
            <a:pPr lvl="0"/>
            <a:r>
              <a:rPr lang="en-IN" sz="2800" dirty="0"/>
              <a:t>Resource wastage, diminished yield and lowered farm profitability arise from the use of inappropriate crop input signals </a:t>
            </a:r>
            <a:r>
              <a:rPr lang="en-US" sz="2800" dirty="0"/>
              <a:t>[2]</a:t>
            </a:r>
            <a:r>
              <a:rPr lang="en-IN" sz="2800" dirty="0"/>
              <a:t>.</a:t>
            </a:r>
          </a:p>
          <a:p>
            <a:pPr lvl="0"/>
            <a:r>
              <a:rPr lang="en-IN" sz="2800" dirty="0"/>
              <a:t>Measurable soil and weather characteristics serve as the basis for intelligent crop recommendation with machine learning </a:t>
            </a:r>
            <a:r>
              <a:rPr lang="en-US" sz="2800" dirty="0"/>
              <a:t>[3]</a:t>
            </a:r>
            <a:r>
              <a:rPr lang="en-IN" sz="2800" dirty="0"/>
              <a:t>.</a:t>
            </a:r>
          </a:p>
        </p:txBody>
      </p:sp>
    </p:spTree>
    <p:extLst>
      <p:ext uri="{BB962C8B-B14F-4D97-AF65-F5344CB8AC3E}">
        <p14:creationId xmlns:p14="http://schemas.microsoft.com/office/powerpoint/2010/main" val="1817344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022A-DE3A-DDB6-DA5E-1C431E0059D9}"/>
              </a:ext>
            </a:extLst>
          </p:cNvPr>
          <p:cNvSpPr>
            <a:spLocks noGrp="1"/>
          </p:cNvSpPr>
          <p:nvPr>
            <p:ph type="title"/>
          </p:nvPr>
        </p:nvSpPr>
        <p:spPr/>
        <p:txBody>
          <a:bodyPr>
            <a:normAutofit/>
          </a:bodyPr>
          <a:lstStyle/>
          <a:p>
            <a:pPr>
              <a:lnSpc>
                <a:spcPct val="90000"/>
              </a:lnSpc>
              <a:spcBef>
                <a:spcPts val="1000"/>
              </a:spcBef>
            </a:pPr>
            <a:r>
              <a:rPr lang="en-GB">
                <a:latin typeface="Arial"/>
                <a:cs typeface="Arial"/>
              </a:rPr>
              <a:t>Objective - WHAT</a:t>
            </a:r>
            <a:endParaRPr lang="en-US">
              <a:latin typeface="Arial"/>
              <a:cs typeface="Arial"/>
            </a:endParaRPr>
          </a:p>
        </p:txBody>
      </p:sp>
      <p:sp>
        <p:nvSpPr>
          <p:cNvPr id="3" name="Content Placeholder 2">
            <a:extLst>
              <a:ext uri="{FF2B5EF4-FFF2-40B4-BE49-F238E27FC236}">
                <a16:creationId xmlns:a16="http://schemas.microsoft.com/office/drawing/2014/main" id="{0BC9A7BC-4FAF-68F0-47CA-4CAD17B43F3C}"/>
              </a:ext>
            </a:extLst>
          </p:cNvPr>
          <p:cNvSpPr>
            <a:spLocks noGrp="1"/>
          </p:cNvSpPr>
          <p:nvPr>
            <p:ph sz="half" idx="1"/>
          </p:nvPr>
        </p:nvSpPr>
        <p:spPr/>
        <p:txBody>
          <a:bodyPr vert="horz" lIns="91440" tIns="0" rIns="91440" bIns="0" rtlCol="0" anchor="t">
            <a:normAutofit fontScale="70000" lnSpcReduction="20000"/>
          </a:bodyPr>
          <a:lstStyle/>
          <a:p>
            <a:r>
              <a:rPr lang="en-IN" dirty="0"/>
              <a:t>The aim is to develop, test and improve a soil-and-weather-based crop recommendation system for suitable crop selection.</a:t>
            </a:r>
          </a:p>
          <a:p>
            <a:pPr marL="0" indent="0">
              <a:buNone/>
            </a:pPr>
            <a:r>
              <a:rPr lang="en-IN" b="1" dirty="0"/>
              <a:t>Objectives</a:t>
            </a:r>
            <a:endParaRPr lang="en-IN" dirty="0"/>
          </a:p>
          <a:p>
            <a:pPr lvl="0"/>
            <a:r>
              <a:rPr lang="en-IN" dirty="0"/>
              <a:t>To investigate the relationship between soil and weather features and crop suitability within the selected dataset.</a:t>
            </a:r>
          </a:p>
          <a:p>
            <a:pPr lvl="0"/>
            <a:r>
              <a:rPr lang="en-IN" dirty="0"/>
              <a:t>To identify the soil and weather features that contribute most significantly to crop recommendation decisions.</a:t>
            </a:r>
          </a:p>
          <a:p>
            <a:pPr lvl="0"/>
            <a:r>
              <a:rPr lang="en-IN" dirty="0"/>
              <a:t>To prepare and analyse the dataset to establish a suitable foundation for crop recommendation modelling.</a:t>
            </a:r>
          </a:p>
          <a:p>
            <a:pPr lvl="0"/>
            <a:r>
              <a:rPr lang="en-IN" dirty="0"/>
              <a:t>To develop a data-driven crop recommendation approach using soil and weather features.</a:t>
            </a:r>
          </a:p>
          <a:p>
            <a:pPr lvl="0"/>
            <a:r>
              <a:rPr lang="en-IN" dirty="0"/>
              <a:t>To enhance the proposed crop recommendation approach through an appropriate improvement stage informed by the initial modelling outcomes.</a:t>
            </a:r>
          </a:p>
          <a:p>
            <a:pPr lvl="0"/>
            <a:r>
              <a:rPr lang="en-IN" dirty="0"/>
              <a:t>To evaluate the effectiveness of the proposed crop recommendation approach using suitable performance measures.</a:t>
            </a:r>
          </a:p>
          <a:p>
            <a:pPr lvl="0"/>
            <a:r>
              <a:rPr lang="en-IN" dirty="0"/>
              <a:t>To critically discuss the practical applicability, limitations and potential value of the proposed approach for agricultural decision support.</a:t>
            </a:r>
          </a:p>
        </p:txBody>
      </p:sp>
    </p:spTree>
    <p:extLst>
      <p:ext uri="{BB962C8B-B14F-4D97-AF65-F5344CB8AC3E}">
        <p14:creationId xmlns:p14="http://schemas.microsoft.com/office/powerpoint/2010/main" val="2292530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2D1E-3046-D830-B039-050450805597}"/>
              </a:ext>
            </a:extLst>
          </p:cNvPr>
          <p:cNvSpPr>
            <a:spLocks noGrp="1"/>
          </p:cNvSpPr>
          <p:nvPr>
            <p:ph type="title"/>
          </p:nvPr>
        </p:nvSpPr>
        <p:spPr/>
        <p:txBody>
          <a:bodyPr>
            <a:normAutofit fontScale="90000"/>
          </a:bodyPr>
          <a:lstStyle/>
          <a:p>
            <a:r>
              <a:rPr lang="en-MA"/>
              <a:t>Methodology - HOW</a:t>
            </a:r>
          </a:p>
        </p:txBody>
      </p:sp>
      <p:sp>
        <p:nvSpPr>
          <p:cNvPr id="3" name="Content Placeholder 2">
            <a:extLst>
              <a:ext uri="{FF2B5EF4-FFF2-40B4-BE49-F238E27FC236}">
                <a16:creationId xmlns:a16="http://schemas.microsoft.com/office/drawing/2014/main" id="{486602FF-00EB-DC2D-26EC-24DDBEAD09AA}"/>
              </a:ext>
            </a:extLst>
          </p:cNvPr>
          <p:cNvSpPr>
            <a:spLocks noGrp="1"/>
          </p:cNvSpPr>
          <p:nvPr>
            <p:ph sz="half" idx="1"/>
          </p:nvPr>
        </p:nvSpPr>
        <p:spPr>
          <a:xfrm>
            <a:off x="198001" y="767566"/>
            <a:ext cx="6065148" cy="5494085"/>
          </a:xfrm>
        </p:spPr>
        <p:txBody>
          <a:bodyPr vert="horz" lIns="91440" tIns="0" rIns="91440" bIns="0" rtlCol="0" anchor="t">
            <a:normAutofit/>
          </a:bodyPr>
          <a:lstStyle/>
          <a:p>
            <a:pPr lvl="0"/>
            <a:r>
              <a:rPr lang="en-IN" sz="2400" dirty="0"/>
              <a:t>Followed a machine learning process from collecting data to building and comparing models.</a:t>
            </a:r>
          </a:p>
          <a:p>
            <a:pPr lvl="0"/>
            <a:r>
              <a:rPr lang="en-IN" sz="2400" dirty="0"/>
              <a:t>Constructed and examined a balanced dataset of 22,000 observations for 22 crop classes.</a:t>
            </a:r>
          </a:p>
          <a:p>
            <a:pPr lvl="0"/>
            <a:r>
              <a:rPr lang="en-IN" sz="2400" dirty="0"/>
              <a:t>Designed 7 more features and pre-processed the features to enhance the learning performance of the model.</a:t>
            </a:r>
          </a:p>
          <a:p>
            <a:pPr lvl="0"/>
            <a:r>
              <a:rPr lang="en-IN" sz="2400" dirty="0"/>
              <a:t>Developed and tested five algorithms of supervised machine learning under the same experimental conditions.</a:t>
            </a:r>
          </a:p>
          <a:p>
            <a:pPr lvl="0"/>
            <a:r>
              <a:rPr lang="en-IN" sz="2400" dirty="0"/>
              <a:t>Finally, chose the best-performing model based on accuracy, Precision, Recall, F1-score and Cross-Validation.</a:t>
            </a:r>
          </a:p>
        </p:txBody>
      </p:sp>
      <p:pic>
        <p:nvPicPr>
          <p:cNvPr id="4" name="Picture 3">
            <a:extLst>
              <a:ext uri="{FF2B5EF4-FFF2-40B4-BE49-F238E27FC236}">
                <a16:creationId xmlns:a16="http://schemas.microsoft.com/office/drawing/2014/main" id="{3D9A15C1-17E3-9F05-2205-E7CDF731450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32620" y="909135"/>
            <a:ext cx="3880954" cy="5206530"/>
          </a:xfrm>
          <a:prstGeom prst="rect">
            <a:avLst/>
          </a:prstGeom>
          <a:noFill/>
          <a:ln>
            <a:noFill/>
          </a:ln>
        </p:spPr>
      </p:pic>
      <p:sp>
        <p:nvSpPr>
          <p:cNvPr id="6" name="TextBox 5">
            <a:extLst>
              <a:ext uri="{FF2B5EF4-FFF2-40B4-BE49-F238E27FC236}">
                <a16:creationId xmlns:a16="http://schemas.microsoft.com/office/drawing/2014/main" id="{88BEE977-7EB3-FA12-E249-20C5AE730B64}"/>
              </a:ext>
            </a:extLst>
          </p:cNvPr>
          <p:cNvSpPr txBox="1"/>
          <p:nvPr/>
        </p:nvSpPr>
        <p:spPr>
          <a:xfrm>
            <a:off x="6525097" y="6282300"/>
            <a:ext cx="6096000" cy="336118"/>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1</a:t>
            </a:r>
            <a:r>
              <a:rPr lang="en-US"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 Workflow</a:t>
            </a:r>
            <a:endPar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endParaRPr>
          </a:p>
        </p:txBody>
      </p:sp>
    </p:spTree>
    <p:extLst>
      <p:ext uri="{BB962C8B-B14F-4D97-AF65-F5344CB8AC3E}">
        <p14:creationId xmlns:p14="http://schemas.microsoft.com/office/powerpoint/2010/main" val="311493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2D1E-3046-D830-B039-050450805597}"/>
              </a:ext>
            </a:extLst>
          </p:cNvPr>
          <p:cNvSpPr>
            <a:spLocks noGrp="1"/>
          </p:cNvSpPr>
          <p:nvPr>
            <p:ph type="title"/>
          </p:nvPr>
        </p:nvSpPr>
        <p:spPr/>
        <p:txBody>
          <a:bodyPr>
            <a:normAutofit fontScale="90000"/>
          </a:bodyPr>
          <a:lstStyle/>
          <a:p>
            <a:r>
              <a:rPr lang="en-GB"/>
              <a:t>P</a:t>
            </a:r>
            <a:r>
              <a:rPr lang="en-MA"/>
              <a:t>roject </a:t>
            </a:r>
            <a:r>
              <a:rPr lang="en-GB"/>
              <a:t>M</a:t>
            </a:r>
            <a:r>
              <a:rPr lang="en-MA"/>
              <a:t>anagement</a:t>
            </a:r>
          </a:p>
        </p:txBody>
      </p:sp>
      <p:pic>
        <p:nvPicPr>
          <p:cNvPr id="6" name="Picture 5">
            <a:extLst>
              <a:ext uri="{FF2B5EF4-FFF2-40B4-BE49-F238E27FC236}">
                <a16:creationId xmlns:a16="http://schemas.microsoft.com/office/drawing/2014/main" id="{1B0CFBF8-8F09-7478-CF86-36744A6CFD1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96064" y="936097"/>
            <a:ext cx="8558981" cy="5308351"/>
          </a:xfrm>
          <a:prstGeom prst="rect">
            <a:avLst/>
          </a:prstGeom>
          <a:noFill/>
          <a:ln>
            <a:noFill/>
          </a:ln>
        </p:spPr>
      </p:pic>
      <p:sp>
        <p:nvSpPr>
          <p:cNvPr id="8" name="TextBox 7">
            <a:extLst>
              <a:ext uri="{FF2B5EF4-FFF2-40B4-BE49-F238E27FC236}">
                <a16:creationId xmlns:a16="http://schemas.microsoft.com/office/drawing/2014/main" id="{B8CACD9D-23F8-967D-0CE9-94E71B40E39E}"/>
              </a:ext>
            </a:extLst>
          </p:cNvPr>
          <p:cNvSpPr txBox="1"/>
          <p:nvPr/>
        </p:nvSpPr>
        <p:spPr>
          <a:xfrm>
            <a:off x="3048000" y="6269986"/>
            <a:ext cx="6096000" cy="336118"/>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2</a:t>
            </a:r>
            <a:r>
              <a:rPr lang="en-US"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 Gantt Chart</a:t>
            </a:r>
            <a:endPar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endParaRPr>
          </a:p>
        </p:txBody>
      </p:sp>
    </p:spTree>
    <p:extLst>
      <p:ext uri="{BB962C8B-B14F-4D97-AF65-F5344CB8AC3E}">
        <p14:creationId xmlns:p14="http://schemas.microsoft.com/office/powerpoint/2010/main" val="1942258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2D1E-3046-D830-B039-050450805597}"/>
              </a:ext>
            </a:extLst>
          </p:cNvPr>
          <p:cNvSpPr>
            <a:spLocks noGrp="1"/>
          </p:cNvSpPr>
          <p:nvPr>
            <p:ph type="title"/>
          </p:nvPr>
        </p:nvSpPr>
        <p:spPr/>
        <p:txBody>
          <a:bodyPr>
            <a:normAutofit fontScale="90000"/>
          </a:bodyPr>
          <a:lstStyle/>
          <a:p>
            <a:r>
              <a:rPr lang="en-GB" dirty="0"/>
              <a:t>L</a:t>
            </a:r>
            <a:r>
              <a:rPr lang="en-MA" dirty="0"/>
              <a:t>iterature </a:t>
            </a:r>
            <a:r>
              <a:rPr lang="en-GB" dirty="0"/>
              <a:t>R</a:t>
            </a:r>
            <a:r>
              <a:rPr lang="en-MA" dirty="0"/>
              <a:t>eview</a:t>
            </a:r>
          </a:p>
        </p:txBody>
      </p:sp>
      <p:sp>
        <p:nvSpPr>
          <p:cNvPr id="3" name="Content Placeholder 2">
            <a:extLst>
              <a:ext uri="{FF2B5EF4-FFF2-40B4-BE49-F238E27FC236}">
                <a16:creationId xmlns:a16="http://schemas.microsoft.com/office/drawing/2014/main" id="{486602FF-00EB-DC2D-26EC-24DDBEAD09AA}"/>
              </a:ext>
            </a:extLst>
          </p:cNvPr>
          <p:cNvSpPr>
            <a:spLocks noGrp="1"/>
          </p:cNvSpPr>
          <p:nvPr>
            <p:ph sz="half" idx="1"/>
          </p:nvPr>
        </p:nvSpPr>
        <p:spPr/>
        <p:txBody>
          <a:bodyPr>
            <a:normAutofit fontScale="92500"/>
          </a:bodyPr>
          <a:lstStyle/>
          <a:p>
            <a:pPr lvl="0"/>
            <a:r>
              <a:rPr lang="en-IN" dirty="0"/>
              <a:t>Soil nutrients and weather conditions were found to significantly affect the crop suitability prediction in previous studies </a:t>
            </a:r>
            <a:r>
              <a:rPr lang="en-US" dirty="0"/>
              <a:t>[4]</a:t>
            </a:r>
            <a:r>
              <a:rPr lang="en-IN" dirty="0"/>
              <a:t>.</a:t>
            </a:r>
          </a:p>
          <a:p>
            <a:pPr lvl="0"/>
            <a:r>
              <a:rPr lang="en-IN" dirty="0"/>
              <a:t>Machine learning algorithms can outperform traditional farming decisions by providing accurate and precise data-driven crop recommendations </a:t>
            </a:r>
            <a:r>
              <a:rPr lang="en-US" dirty="0"/>
              <a:t>[5]</a:t>
            </a:r>
            <a:r>
              <a:rPr lang="en-IN" dirty="0"/>
              <a:t>.</a:t>
            </a:r>
          </a:p>
          <a:p>
            <a:pPr lvl="0"/>
            <a:r>
              <a:rPr lang="en-IN" dirty="0"/>
              <a:t>Data preprocessing and feature engineering greatly enhance the prediction accuracy and model reliability </a:t>
            </a:r>
            <a:r>
              <a:rPr lang="en-US" dirty="0"/>
              <a:t>[6]</a:t>
            </a:r>
            <a:r>
              <a:rPr lang="en-IN" dirty="0"/>
              <a:t>.</a:t>
            </a:r>
          </a:p>
          <a:p>
            <a:pPr lvl="0"/>
            <a:r>
              <a:rPr lang="en-IN" dirty="0"/>
              <a:t>It is observed that ensemble models, especially Random Forest models, have invariably been of high performance in agricultural classification tasks.</a:t>
            </a:r>
          </a:p>
          <a:p>
            <a:pPr lvl="0"/>
            <a:r>
              <a:rPr lang="en-IN" dirty="0"/>
              <a:t>Motivation for the study was a lack of comprehensive model comparison, interpretability and external validation in existing studies.</a:t>
            </a:r>
          </a:p>
        </p:txBody>
      </p:sp>
    </p:spTree>
    <p:extLst>
      <p:ext uri="{BB962C8B-B14F-4D97-AF65-F5344CB8AC3E}">
        <p14:creationId xmlns:p14="http://schemas.microsoft.com/office/powerpoint/2010/main" val="3944228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C6C78-B4F4-77AB-459A-7D749CEC551F}"/>
              </a:ext>
            </a:extLst>
          </p:cNvPr>
          <p:cNvSpPr>
            <a:spLocks noGrp="1"/>
          </p:cNvSpPr>
          <p:nvPr>
            <p:ph type="title"/>
          </p:nvPr>
        </p:nvSpPr>
        <p:spPr/>
        <p:txBody>
          <a:bodyPr>
            <a:normAutofit fontScale="90000"/>
          </a:bodyPr>
          <a:lstStyle/>
          <a:p>
            <a:r>
              <a:rPr lang="en-IN" dirty="0"/>
              <a:t>Data Preparation &amp; Feature Engineering</a:t>
            </a:r>
          </a:p>
        </p:txBody>
      </p:sp>
      <p:sp>
        <p:nvSpPr>
          <p:cNvPr id="3" name="Content Placeholder 2">
            <a:extLst>
              <a:ext uri="{FF2B5EF4-FFF2-40B4-BE49-F238E27FC236}">
                <a16:creationId xmlns:a16="http://schemas.microsoft.com/office/drawing/2014/main" id="{2C5B9543-A510-E9E8-5BA3-944DCE1551DC}"/>
              </a:ext>
            </a:extLst>
          </p:cNvPr>
          <p:cNvSpPr>
            <a:spLocks noGrp="1"/>
          </p:cNvSpPr>
          <p:nvPr>
            <p:ph sz="half" idx="1"/>
          </p:nvPr>
        </p:nvSpPr>
        <p:spPr>
          <a:xfrm>
            <a:off x="198001" y="767566"/>
            <a:ext cx="6900890" cy="5494085"/>
          </a:xfrm>
        </p:spPr>
        <p:txBody>
          <a:bodyPr>
            <a:normAutofit fontScale="92500" lnSpcReduction="10000"/>
          </a:bodyPr>
          <a:lstStyle/>
          <a:p>
            <a:pPr marL="0" indent="0">
              <a:buNone/>
            </a:pPr>
            <a:r>
              <a:rPr lang="en-IN" sz="1600" b="1" dirty="0"/>
              <a:t>Data Preparation</a:t>
            </a:r>
            <a:endParaRPr lang="en-IN" sz="1600" dirty="0"/>
          </a:p>
          <a:p>
            <a:pPr lvl="0"/>
            <a:r>
              <a:rPr lang="en-IN" sz="1600" dirty="0"/>
              <a:t>Successfully loaded the Crop Recommendation data with 2200 records and 8 variables.</a:t>
            </a:r>
          </a:p>
          <a:p>
            <a:pPr lvl="0"/>
            <a:r>
              <a:rPr lang="en-IN" sz="1600" dirty="0"/>
              <a:t>Verified feature names and data types and dataset dimensions to validate dataset structure.</a:t>
            </a:r>
          </a:p>
          <a:p>
            <a:pPr lvl="0"/>
            <a:r>
              <a:rPr lang="en-IN" sz="1600" dirty="0"/>
              <a:t>No missing data, no data duplication and high-quality input data were confirmed.</a:t>
            </a:r>
          </a:p>
          <a:p>
            <a:pPr lvl="0"/>
            <a:r>
              <a:rPr lang="en-IN" sz="1600" dirty="0"/>
              <a:t>22 balanced crop classes were verified with 100 observations per crop class, for unbiased crop classification.</a:t>
            </a:r>
          </a:p>
          <a:p>
            <a:pPr lvl="0"/>
            <a:r>
              <a:rPr lang="en-IN" sz="1600" dirty="0"/>
              <a:t>Conducted correlation and feature scaling before training machine learning models.</a:t>
            </a:r>
          </a:p>
          <a:p>
            <a:pPr marL="0" indent="0">
              <a:buNone/>
            </a:pPr>
            <a:r>
              <a:rPr lang="en-IN" sz="1600" b="1" dirty="0"/>
              <a:t>Feature Engineering</a:t>
            </a:r>
            <a:endParaRPr lang="en-IN" sz="1600" dirty="0"/>
          </a:p>
          <a:p>
            <a:pPr lvl="0"/>
            <a:r>
              <a:rPr lang="en-IN" sz="1600" dirty="0"/>
              <a:t>Total Nutrients = Combined Nitrogen, Phosphorus and Potassium values.</a:t>
            </a:r>
          </a:p>
          <a:p>
            <a:pPr lvl="0"/>
            <a:r>
              <a:rPr lang="en-IN" sz="1600" dirty="0"/>
              <a:t>Average Nutrient = Average nutrient concentration (overall soil fertility).</a:t>
            </a:r>
          </a:p>
          <a:p>
            <a:pPr lvl="0"/>
            <a:r>
              <a:rPr lang="en-IN" sz="1600" dirty="0"/>
              <a:t>NPK Balance = The ratio of nutrient balance in the soil.</a:t>
            </a:r>
          </a:p>
          <a:p>
            <a:pPr lvl="0"/>
            <a:r>
              <a:rPr lang="en-IN" sz="1600" dirty="0"/>
              <a:t>Temperature–Humidity Index = Combined climatic interaction affecting crop growth.</a:t>
            </a:r>
          </a:p>
          <a:p>
            <a:pPr lvl="0"/>
            <a:r>
              <a:rPr lang="en-IN" sz="1600" dirty="0"/>
              <a:t>Moisture Index = Rainfall x Humidity, thus partly representing the moisture available in the environment.</a:t>
            </a:r>
          </a:p>
          <a:p>
            <a:pPr lvl="0"/>
            <a:r>
              <a:rPr lang="en-IN" sz="1600" dirty="0"/>
              <a:t>pH × Rainfall = Soil acidity × Rainfall conditions.</a:t>
            </a:r>
          </a:p>
          <a:p>
            <a:pPr lvl="0"/>
            <a:r>
              <a:rPr lang="en-IN" sz="1600" dirty="0"/>
              <a:t>Growing Score = Integrated feature of temperature, humidity and rainfall suitability.</a:t>
            </a:r>
          </a:p>
          <a:p>
            <a:endParaRPr lang="en-IN" sz="1600" dirty="0"/>
          </a:p>
        </p:txBody>
      </p:sp>
      <p:pic>
        <p:nvPicPr>
          <p:cNvPr id="4" name="Picture 3">
            <a:extLst>
              <a:ext uri="{FF2B5EF4-FFF2-40B4-BE49-F238E27FC236}">
                <a16:creationId xmlns:a16="http://schemas.microsoft.com/office/drawing/2014/main" id="{4BE426F7-A78E-6432-75DB-A23F8FB7EA2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06635" y="1033037"/>
            <a:ext cx="2301158" cy="1189083"/>
          </a:xfrm>
          <a:prstGeom prst="rect">
            <a:avLst/>
          </a:prstGeom>
          <a:noFill/>
        </p:spPr>
      </p:pic>
      <p:sp>
        <p:nvSpPr>
          <p:cNvPr id="6" name="TextBox 5">
            <a:extLst>
              <a:ext uri="{FF2B5EF4-FFF2-40B4-BE49-F238E27FC236}">
                <a16:creationId xmlns:a16="http://schemas.microsoft.com/office/drawing/2014/main" id="{A3CBB976-D264-EC3D-40C4-4BBDBEADFEFD}"/>
              </a:ext>
            </a:extLst>
          </p:cNvPr>
          <p:cNvSpPr txBox="1"/>
          <p:nvPr/>
        </p:nvSpPr>
        <p:spPr>
          <a:xfrm>
            <a:off x="7064272" y="2344598"/>
            <a:ext cx="2585884" cy="336118"/>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3</a:t>
            </a:r>
            <a:r>
              <a:rPr lang="en-US"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 Dataset Overview</a:t>
            </a:r>
            <a:endPar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endParaRPr>
          </a:p>
        </p:txBody>
      </p:sp>
      <p:pic>
        <p:nvPicPr>
          <p:cNvPr id="7" name="Picture 6">
            <a:extLst>
              <a:ext uri="{FF2B5EF4-FFF2-40B4-BE49-F238E27FC236}">
                <a16:creationId xmlns:a16="http://schemas.microsoft.com/office/drawing/2014/main" id="{5FC729F4-6EE6-4608-D4B5-9A3A13BD9C2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050564" y="1033037"/>
            <a:ext cx="1518383" cy="5143192"/>
          </a:xfrm>
          <a:prstGeom prst="rect">
            <a:avLst/>
          </a:prstGeom>
          <a:noFill/>
        </p:spPr>
      </p:pic>
      <p:sp>
        <p:nvSpPr>
          <p:cNvPr id="9" name="TextBox 8">
            <a:extLst>
              <a:ext uri="{FF2B5EF4-FFF2-40B4-BE49-F238E27FC236}">
                <a16:creationId xmlns:a16="http://schemas.microsoft.com/office/drawing/2014/main" id="{C67B4591-31C7-A0B2-AEA4-3B05300EEEAA}"/>
              </a:ext>
            </a:extLst>
          </p:cNvPr>
          <p:cNvSpPr txBox="1"/>
          <p:nvPr/>
        </p:nvSpPr>
        <p:spPr>
          <a:xfrm>
            <a:off x="9732580" y="6261651"/>
            <a:ext cx="2261419" cy="336118"/>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4</a:t>
            </a:r>
            <a:r>
              <a:rPr lang="en-US"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 Handling Values</a:t>
            </a:r>
            <a:endPar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endParaRPr>
          </a:p>
        </p:txBody>
      </p:sp>
      <p:pic>
        <p:nvPicPr>
          <p:cNvPr id="10" name="Picture 9">
            <a:extLst>
              <a:ext uri="{FF2B5EF4-FFF2-40B4-BE49-F238E27FC236}">
                <a16:creationId xmlns:a16="http://schemas.microsoft.com/office/drawing/2014/main" id="{69E1B766-C1D1-FC5A-1B25-7E6D07A721B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064272" y="2947157"/>
            <a:ext cx="2838909" cy="1929644"/>
          </a:xfrm>
          <a:prstGeom prst="rect">
            <a:avLst/>
          </a:prstGeom>
          <a:noFill/>
        </p:spPr>
      </p:pic>
      <p:sp>
        <p:nvSpPr>
          <p:cNvPr id="12" name="TextBox 11">
            <a:extLst>
              <a:ext uri="{FF2B5EF4-FFF2-40B4-BE49-F238E27FC236}">
                <a16:creationId xmlns:a16="http://schemas.microsoft.com/office/drawing/2014/main" id="{156CF396-3F98-9C34-7B3E-F5ED44F7C1B0}"/>
              </a:ext>
            </a:extLst>
          </p:cNvPr>
          <p:cNvSpPr txBox="1"/>
          <p:nvPr/>
        </p:nvSpPr>
        <p:spPr>
          <a:xfrm>
            <a:off x="6732537" y="4975183"/>
            <a:ext cx="3283974" cy="336118"/>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5</a:t>
            </a:r>
            <a:r>
              <a:rPr lang="en-US"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:Feature Engineering</a:t>
            </a:r>
            <a:endPar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endParaRPr>
          </a:p>
        </p:txBody>
      </p:sp>
    </p:spTree>
    <p:extLst>
      <p:ext uri="{BB962C8B-B14F-4D97-AF65-F5344CB8AC3E}">
        <p14:creationId xmlns:p14="http://schemas.microsoft.com/office/powerpoint/2010/main" val="6432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08445-46FC-7E6E-CF87-2797B2FD8FAB}"/>
              </a:ext>
            </a:extLst>
          </p:cNvPr>
          <p:cNvSpPr>
            <a:spLocks noGrp="1"/>
          </p:cNvSpPr>
          <p:nvPr>
            <p:ph type="title"/>
          </p:nvPr>
        </p:nvSpPr>
        <p:spPr/>
        <p:txBody>
          <a:bodyPr>
            <a:normAutofit fontScale="90000"/>
          </a:bodyPr>
          <a:lstStyle/>
          <a:p>
            <a:r>
              <a:rPr lang="en-IN" dirty="0"/>
              <a:t>Exploratory Data Visualisations</a:t>
            </a:r>
          </a:p>
        </p:txBody>
      </p:sp>
      <p:sp>
        <p:nvSpPr>
          <p:cNvPr id="3" name="Content Placeholder 2">
            <a:extLst>
              <a:ext uri="{FF2B5EF4-FFF2-40B4-BE49-F238E27FC236}">
                <a16:creationId xmlns:a16="http://schemas.microsoft.com/office/drawing/2014/main" id="{D8D2984B-1604-6E13-1524-AD458352D278}"/>
              </a:ext>
            </a:extLst>
          </p:cNvPr>
          <p:cNvSpPr>
            <a:spLocks noGrp="1"/>
          </p:cNvSpPr>
          <p:nvPr>
            <p:ph sz="half" idx="1"/>
          </p:nvPr>
        </p:nvSpPr>
        <p:spPr>
          <a:xfrm>
            <a:off x="198000" y="767566"/>
            <a:ext cx="5780013" cy="4532021"/>
          </a:xfrm>
        </p:spPr>
        <p:txBody>
          <a:bodyPr>
            <a:normAutofit fontScale="70000" lnSpcReduction="20000"/>
          </a:bodyPr>
          <a:lstStyle/>
          <a:p>
            <a:pPr lvl="0"/>
            <a:r>
              <a:rPr lang="en-IN" dirty="0"/>
              <a:t>Heatmap indicated soil nutrient and weather profiles were different between the 22 crop classes.</a:t>
            </a:r>
          </a:p>
          <a:p>
            <a:pPr lvl="0"/>
            <a:r>
              <a:rPr lang="en-IN" dirty="0"/>
              <a:t>Using a scatter plot, the clustering patterns between temperature and rainfall of the crops were identified.</a:t>
            </a:r>
          </a:p>
          <a:p>
            <a:pPr lvl="0"/>
            <a:r>
              <a:rPr lang="en-IN" dirty="0"/>
              <a:t>Average environmental conditions of rice, maize and cotton were compared using the radar chart.</a:t>
            </a:r>
          </a:p>
          <a:p>
            <a:pPr lvl="0"/>
            <a:r>
              <a:rPr lang="en-IN" dirty="0"/>
              <a:t>Good agreement with the visual analysis was seen for nutrient and climatic requirements of crops.</a:t>
            </a:r>
          </a:p>
          <a:p>
            <a:pPr lvl="0"/>
            <a:r>
              <a:rPr lang="en-IN" dirty="0"/>
              <a:t>The exploratory visualisations facilitated feature engineering and effective machine learning model development </a:t>
            </a:r>
            <a:r>
              <a:rPr lang="en-US" dirty="0"/>
              <a:t>[7]</a:t>
            </a:r>
            <a:r>
              <a:rPr lang="en-IN" dirty="0"/>
              <a:t>.</a:t>
            </a:r>
          </a:p>
          <a:p>
            <a:endParaRPr lang="en-IN" dirty="0"/>
          </a:p>
        </p:txBody>
      </p:sp>
      <p:pic>
        <p:nvPicPr>
          <p:cNvPr id="4" name="Picture 3">
            <a:extLst>
              <a:ext uri="{FF2B5EF4-FFF2-40B4-BE49-F238E27FC236}">
                <a16:creationId xmlns:a16="http://schemas.microsoft.com/office/drawing/2014/main" id="{B6CDCB57-5D8A-7CBE-8C15-8C2C4EBDFF5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0" y="767566"/>
            <a:ext cx="2372995" cy="2321560"/>
          </a:xfrm>
          <a:prstGeom prst="rect">
            <a:avLst/>
          </a:prstGeom>
          <a:noFill/>
        </p:spPr>
      </p:pic>
      <p:sp>
        <p:nvSpPr>
          <p:cNvPr id="6" name="TextBox 5">
            <a:extLst>
              <a:ext uri="{FF2B5EF4-FFF2-40B4-BE49-F238E27FC236}">
                <a16:creationId xmlns:a16="http://schemas.microsoft.com/office/drawing/2014/main" id="{8AB98BC4-367B-906E-602F-29A6999D6336}"/>
              </a:ext>
            </a:extLst>
          </p:cNvPr>
          <p:cNvSpPr txBox="1"/>
          <p:nvPr/>
        </p:nvSpPr>
        <p:spPr>
          <a:xfrm>
            <a:off x="6096000" y="3171151"/>
            <a:ext cx="2526890" cy="336118"/>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6</a:t>
            </a:r>
            <a:r>
              <a:rPr lang="en-US"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 </a:t>
            </a: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Radar Chart</a:t>
            </a:r>
          </a:p>
        </p:txBody>
      </p:sp>
      <p:pic>
        <p:nvPicPr>
          <p:cNvPr id="7" name="Picture 6">
            <a:extLst>
              <a:ext uri="{FF2B5EF4-FFF2-40B4-BE49-F238E27FC236}">
                <a16:creationId xmlns:a16="http://schemas.microsoft.com/office/drawing/2014/main" id="{43B471F0-842C-B194-139F-752B3E4C46D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740877" y="767566"/>
            <a:ext cx="3265886" cy="2445590"/>
          </a:xfrm>
          <a:prstGeom prst="rect">
            <a:avLst/>
          </a:prstGeom>
          <a:noFill/>
        </p:spPr>
      </p:pic>
      <p:sp>
        <p:nvSpPr>
          <p:cNvPr id="9" name="TextBox 8">
            <a:extLst>
              <a:ext uri="{FF2B5EF4-FFF2-40B4-BE49-F238E27FC236}">
                <a16:creationId xmlns:a16="http://schemas.microsoft.com/office/drawing/2014/main" id="{9CC0429E-A42E-BA1E-E784-B0BCE2C41E1D}"/>
              </a:ext>
            </a:extLst>
          </p:cNvPr>
          <p:cNvSpPr txBox="1"/>
          <p:nvPr/>
        </p:nvSpPr>
        <p:spPr>
          <a:xfrm>
            <a:off x="8740877" y="3238222"/>
            <a:ext cx="3165989" cy="336118"/>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7</a:t>
            </a:r>
            <a:r>
              <a:rPr lang="en-US"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 </a:t>
            </a: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Temperature vs Rainfall Scatter Plot</a:t>
            </a:r>
          </a:p>
        </p:txBody>
      </p:sp>
      <p:pic>
        <p:nvPicPr>
          <p:cNvPr id="10" name="Picture 9">
            <a:extLst>
              <a:ext uri="{FF2B5EF4-FFF2-40B4-BE49-F238E27FC236}">
                <a16:creationId xmlns:a16="http://schemas.microsoft.com/office/drawing/2014/main" id="{C752B85D-6675-81C5-FEDC-B17C9D2D2E1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08837" y="3733846"/>
            <a:ext cx="3165989" cy="2452066"/>
          </a:xfrm>
          <a:prstGeom prst="rect">
            <a:avLst/>
          </a:prstGeom>
          <a:noFill/>
        </p:spPr>
      </p:pic>
      <p:sp>
        <p:nvSpPr>
          <p:cNvPr id="12" name="TextBox 11">
            <a:extLst>
              <a:ext uri="{FF2B5EF4-FFF2-40B4-BE49-F238E27FC236}">
                <a16:creationId xmlns:a16="http://schemas.microsoft.com/office/drawing/2014/main" id="{FB554674-7835-056F-F49D-080D1889EF34}"/>
              </a:ext>
            </a:extLst>
          </p:cNvPr>
          <p:cNvSpPr txBox="1"/>
          <p:nvPr/>
        </p:nvSpPr>
        <p:spPr>
          <a:xfrm>
            <a:off x="6899121" y="6248531"/>
            <a:ext cx="3785419" cy="336118"/>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8</a:t>
            </a:r>
            <a:r>
              <a:rPr lang="en-US"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 </a:t>
            </a: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Average Soil and Weather Conditions Heatmap</a:t>
            </a:r>
          </a:p>
        </p:txBody>
      </p:sp>
    </p:spTree>
    <p:extLst>
      <p:ext uri="{BB962C8B-B14F-4D97-AF65-F5344CB8AC3E}">
        <p14:creationId xmlns:p14="http://schemas.microsoft.com/office/powerpoint/2010/main" val="3780663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AEC76-BA57-D018-AC7B-5EC2123B6BF6}"/>
              </a:ext>
            </a:extLst>
          </p:cNvPr>
          <p:cNvSpPr>
            <a:spLocks noGrp="1"/>
          </p:cNvSpPr>
          <p:nvPr>
            <p:ph type="title"/>
          </p:nvPr>
        </p:nvSpPr>
        <p:spPr/>
        <p:txBody>
          <a:bodyPr>
            <a:normAutofit fontScale="90000"/>
          </a:bodyPr>
          <a:lstStyle/>
          <a:p>
            <a:r>
              <a:rPr lang="en-IN" dirty="0"/>
              <a:t>Practical Implementation</a:t>
            </a:r>
          </a:p>
        </p:txBody>
      </p:sp>
      <p:sp>
        <p:nvSpPr>
          <p:cNvPr id="3" name="Content Placeholder 2">
            <a:extLst>
              <a:ext uri="{FF2B5EF4-FFF2-40B4-BE49-F238E27FC236}">
                <a16:creationId xmlns:a16="http://schemas.microsoft.com/office/drawing/2014/main" id="{824DFF3F-F599-D70E-29E0-9815CC7E3D7F}"/>
              </a:ext>
            </a:extLst>
          </p:cNvPr>
          <p:cNvSpPr>
            <a:spLocks noGrp="1"/>
          </p:cNvSpPr>
          <p:nvPr>
            <p:ph sz="half" idx="1"/>
          </p:nvPr>
        </p:nvSpPr>
        <p:spPr>
          <a:xfrm>
            <a:off x="198001" y="767566"/>
            <a:ext cx="6438774" cy="5494085"/>
          </a:xfrm>
        </p:spPr>
        <p:txBody>
          <a:bodyPr>
            <a:normAutofit fontScale="62500" lnSpcReduction="20000"/>
          </a:bodyPr>
          <a:lstStyle/>
          <a:p>
            <a:pPr marL="0" indent="0">
              <a:buNone/>
            </a:pPr>
            <a:r>
              <a:rPr lang="en-IN" b="1" dirty="0"/>
              <a:t>Machine Learning Implementation</a:t>
            </a:r>
            <a:endParaRPr lang="en-IN" dirty="0"/>
          </a:p>
          <a:p>
            <a:pPr lvl="0"/>
            <a:r>
              <a:rPr lang="en-IN" dirty="0"/>
              <a:t>Python libraries for data manipulation, visualisation and supervised machine learning were imported from external sources </a:t>
            </a:r>
            <a:r>
              <a:rPr lang="en-US" dirty="0"/>
              <a:t>[8]</a:t>
            </a:r>
            <a:r>
              <a:rPr lang="en-IN" dirty="0"/>
              <a:t>.</a:t>
            </a:r>
          </a:p>
          <a:p>
            <a:pPr lvl="0"/>
            <a:r>
              <a:rPr lang="en-IN" dirty="0"/>
              <a:t>Using Stratified sampling, split the dataset into 80% training (1,760) and 20% testing (440).</a:t>
            </a:r>
          </a:p>
          <a:p>
            <a:pPr lvl="0"/>
            <a:r>
              <a:rPr lang="en-IN" dirty="0"/>
              <a:t>The numerical features were standardised using the </a:t>
            </a:r>
            <a:r>
              <a:rPr lang="en-IN" dirty="0" err="1"/>
              <a:t>StandardScaler</a:t>
            </a:r>
            <a:r>
              <a:rPr lang="en-IN" dirty="0"/>
              <a:t> before training the model </a:t>
            </a:r>
            <a:r>
              <a:rPr lang="en-US" dirty="0"/>
              <a:t>[9]</a:t>
            </a:r>
            <a:r>
              <a:rPr lang="en-IN" dirty="0"/>
              <a:t>.</a:t>
            </a:r>
          </a:p>
          <a:p>
            <a:pPr lvl="0"/>
            <a:r>
              <a:rPr lang="en-IN" dirty="0"/>
              <a:t>Built 5 supervised learning models with the same experimental set-up.</a:t>
            </a:r>
          </a:p>
          <a:p>
            <a:pPr lvl="0"/>
            <a:r>
              <a:rPr lang="en-IN" dirty="0"/>
              <a:t>Compared the model performance and determined which model (crop recommendation algorithm) was best.</a:t>
            </a:r>
          </a:p>
          <a:p>
            <a:pPr marL="0" indent="0">
              <a:buNone/>
            </a:pPr>
            <a:r>
              <a:rPr lang="en-IN" b="1" dirty="0"/>
              <a:t>Python Libraries</a:t>
            </a:r>
            <a:endParaRPr lang="en-IN" dirty="0"/>
          </a:p>
          <a:p>
            <a:pPr lvl="0"/>
            <a:r>
              <a:rPr lang="en-IN" b="1" dirty="0"/>
              <a:t>Pandas</a:t>
            </a:r>
            <a:r>
              <a:rPr lang="en-IN" dirty="0"/>
              <a:t> – Data loading and preprocessing </a:t>
            </a:r>
          </a:p>
          <a:p>
            <a:pPr lvl="0"/>
            <a:r>
              <a:rPr lang="en-IN" b="1" dirty="0"/>
              <a:t>NumPy</a:t>
            </a:r>
            <a:r>
              <a:rPr lang="en-IN" dirty="0"/>
              <a:t> – Numerical computations </a:t>
            </a:r>
          </a:p>
          <a:p>
            <a:pPr lvl="0"/>
            <a:r>
              <a:rPr lang="en-IN" b="1" dirty="0"/>
              <a:t>Scikit-learn</a:t>
            </a:r>
            <a:r>
              <a:rPr lang="en-IN" dirty="0"/>
              <a:t> – Machine learning implementation </a:t>
            </a:r>
          </a:p>
          <a:p>
            <a:pPr lvl="0"/>
            <a:r>
              <a:rPr lang="en-IN" b="1" dirty="0"/>
              <a:t>Matplotlib</a:t>
            </a:r>
            <a:r>
              <a:rPr lang="en-IN" dirty="0"/>
              <a:t> – Data visualisation </a:t>
            </a:r>
          </a:p>
          <a:p>
            <a:pPr lvl="0"/>
            <a:r>
              <a:rPr lang="en-IN" b="1" dirty="0"/>
              <a:t>Seaborn</a:t>
            </a:r>
            <a:r>
              <a:rPr lang="en-IN" dirty="0"/>
              <a:t> – Statistical plots</a:t>
            </a:r>
          </a:p>
          <a:p>
            <a:endParaRPr lang="en-IN" dirty="0"/>
          </a:p>
        </p:txBody>
      </p:sp>
      <p:pic>
        <p:nvPicPr>
          <p:cNvPr id="4" name="Picture 3">
            <a:extLst>
              <a:ext uri="{FF2B5EF4-FFF2-40B4-BE49-F238E27FC236}">
                <a16:creationId xmlns:a16="http://schemas.microsoft.com/office/drawing/2014/main" id="{69465849-D1EB-7FA8-4165-77B1FD9B07A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14164" y="902037"/>
            <a:ext cx="2260600" cy="1966595"/>
          </a:xfrm>
          <a:prstGeom prst="rect">
            <a:avLst/>
          </a:prstGeom>
          <a:noFill/>
        </p:spPr>
      </p:pic>
      <p:sp>
        <p:nvSpPr>
          <p:cNvPr id="6" name="TextBox 5">
            <a:extLst>
              <a:ext uri="{FF2B5EF4-FFF2-40B4-BE49-F238E27FC236}">
                <a16:creationId xmlns:a16="http://schemas.microsoft.com/office/drawing/2014/main" id="{D12B4EFC-D73F-F6E3-49D4-B9D1389E302E}"/>
              </a:ext>
            </a:extLst>
          </p:cNvPr>
          <p:cNvSpPr txBox="1"/>
          <p:nvPr/>
        </p:nvSpPr>
        <p:spPr>
          <a:xfrm>
            <a:off x="6410632" y="2893698"/>
            <a:ext cx="2920181" cy="336118"/>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9</a:t>
            </a:r>
            <a:r>
              <a:rPr lang="en-US"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 </a:t>
            </a: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Train-Test Split</a:t>
            </a:r>
          </a:p>
        </p:txBody>
      </p:sp>
      <p:pic>
        <p:nvPicPr>
          <p:cNvPr id="7" name="Picture 6">
            <a:extLst>
              <a:ext uri="{FF2B5EF4-FFF2-40B4-BE49-F238E27FC236}">
                <a16:creationId xmlns:a16="http://schemas.microsoft.com/office/drawing/2014/main" id="{03FA314D-632B-E746-C548-5213F3F70AA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091379" y="902037"/>
            <a:ext cx="1231900" cy="3724910"/>
          </a:xfrm>
          <a:prstGeom prst="rect">
            <a:avLst/>
          </a:prstGeom>
          <a:noFill/>
        </p:spPr>
      </p:pic>
      <p:sp>
        <p:nvSpPr>
          <p:cNvPr id="9" name="TextBox 8">
            <a:extLst>
              <a:ext uri="{FF2B5EF4-FFF2-40B4-BE49-F238E27FC236}">
                <a16:creationId xmlns:a16="http://schemas.microsoft.com/office/drawing/2014/main" id="{1D21ED68-5BA5-2140-E984-F27F42F8D633}"/>
              </a:ext>
            </a:extLst>
          </p:cNvPr>
          <p:cNvSpPr txBox="1"/>
          <p:nvPr/>
        </p:nvSpPr>
        <p:spPr>
          <a:xfrm>
            <a:off x="8799871" y="4613428"/>
            <a:ext cx="3274142" cy="336118"/>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10</a:t>
            </a:r>
            <a:r>
              <a:rPr lang="en-US"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 </a:t>
            </a: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Training &amp; Testing Distribution</a:t>
            </a:r>
          </a:p>
        </p:txBody>
      </p:sp>
      <p:pic>
        <p:nvPicPr>
          <p:cNvPr id="10" name="Picture 9">
            <a:extLst>
              <a:ext uri="{FF2B5EF4-FFF2-40B4-BE49-F238E27FC236}">
                <a16:creationId xmlns:a16="http://schemas.microsoft.com/office/drawing/2014/main" id="{F982B80F-284C-86B8-0B51-1BE2C9454C8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636775" y="3273922"/>
            <a:ext cx="3048000" cy="1295400"/>
          </a:xfrm>
          <a:prstGeom prst="rect">
            <a:avLst/>
          </a:prstGeom>
          <a:noFill/>
        </p:spPr>
      </p:pic>
      <p:sp>
        <p:nvSpPr>
          <p:cNvPr id="12" name="TextBox 11">
            <a:extLst>
              <a:ext uri="{FF2B5EF4-FFF2-40B4-BE49-F238E27FC236}">
                <a16:creationId xmlns:a16="http://schemas.microsoft.com/office/drawing/2014/main" id="{14C2018D-E15B-43B5-FD39-B192F6600F59}"/>
              </a:ext>
            </a:extLst>
          </p:cNvPr>
          <p:cNvSpPr txBox="1"/>
          <p:nvPr/>
        </p:nvSpPr>
        <p:spPr>
          <a:xfrm>
            <a:off x="6636775" y="4613428"/>
            <a:ext cx="2261419" cy="336118"/>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11: </a:t>
            </a:r>
            <a:r>
              <a:rPr lang="en-IN" sz="1200" b="1" i="1" kern="100" dirty="0" err="1">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StandardScaler</a:t>
            </a:r>
            <a:endPar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endParaRPr>
          </a:p>
        </p:txBody>
      </p:sp>
      <p:pic>
        <p:nvPicPr>
          <p:cNvPr id="13" name="Picture 12">
            <a:extLst>
              <a:ext uri="{FF2B5EF4-FFF2-40B4-BE49-F238E27FC236}">
                <a16:creationId xmlns:a16="http://schemas.microsoft.com/office/drawing/2014/main" id="{C11BDCD3-86C0-1F47-E6D0-FFA15D8DB672}"/>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259785" y="5218248"/>
            <a:ext cx="5675630" cy="774700"/>
          </a:xfrm>
          <a:prstGeom prst="rect">
            <a:avLst/>
          </a:prstGeom>
          <a:noFill/>
        </p:spPr>
      </p:pic>
      <p:sp>
        <p:nvSpPr>
          <p:cNvPr id="15" name="TextBox 14">
            <a:extLst>
              <a:ext uri="{FF2B5EF4-FFF2-40B4-BE49-F238E27FC236}">
                <a16:creationId xmlns:a16="http://schemas.microsoft.com/office/drawing/2014/main" id="{A0158F93-5121-F46B-00AE-7E9BE63F4612}"/>
              </a:ext>
            </a:extLst>
          </p:cNvPr>
          <p:cNvSpPr txBox="1"/>
          <p:nvPr/>
        </p:nvSpPr>
        <p:spPr>
          <a:xfrm>
            <a:off x="7246374" y="6093591"/>
            <a:ext cx="3460955" cy="336118"/>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12</a:t>
            </a:r>
            <a:r>
              <a:rPr lang="en-US"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 </a:t>
            </a: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Standardised Dataset Output</a:t>
            </a:r>
          </a:p>
        </p:txBody>
      </p:sp>
    </p:spTree>
    <p:extLst>
      <p:ext uri="{BB962C8B-B14F-4D97-AF65-F5344CB8AC3E}">
        <p14:creationId xmlns:p14="http://schemas.microsoft.com/office/powerpoint/2010/main" val="1677319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5C13B-1402-659B-A633-7056C13E0E2D}"/>
              </a:ext>
            </a:extLst>
          </p:cNvPr>
          <p:cNvSpPr>
            <a:spLocks noGrp="1"/>
          </p:cNvSpPr>
          <p:nvPr>
            <p:ph type="title"/>
          </p:nvPr>
        </p:nvSpPr>
        <p:spPr/>
        <p:txBody>
          <a:bodyPr>
            <a:normAutofit fontScale="90000"/>
          </a:bodyPr>
          <a:lstStyle/>
          <a:p>
            <a:r>
              <a:rPr lang="en-IN" dirty="0"/>
              <a:t>Model Evaluation</a:t>
            </a:r>
          </a:p>
        </p:txBody>
      </p:sp>
      <p:sp>
        <p:nvSpPr>
          <p:cNvPr id="3" name="Content Placeholder 2">
            <a:extLst>
              <a:ext uri="{FF2B5EF4-FFF2-40B4-BE49-F238E27FC236}">
                <a16:creationId xmlns:a16="http://schemas.microsoft.com/office/drawing/2014/main" id="{9861BCB4-7310-3CDB-5F17-142685B9DA44}"/>
              </a:ext>
            </a:extLst>
          </p:cNvPr>
          <p:cNvSpPr>
            <a:spLocks noGrp="1"/>
          </p:cNvSpPr>
          <p:nvPr>
            <p:ph sz="half" idx="1"/>
          </p:nvPr>
        </p:nvSpPr>
        <p:spPr>
          <a:xfrm>
            <a:off x="198001" y="767566"/>
            <a:ext cx="5612864" cy="5494085"/>
          </a:xfrm>
        </p:spPr>
        <p:txBody>
          <a:bodyPr>
            <a:normAutofit fontScale="77500" lnSpcReduction="20000"/>
          </a:bodyPr>
          <a:lstStyle/>
          <a:p>
            <a:pPr marL="0" indent="0">
              <a:buNone/>
            </a:pPr>
            <a:r>
              <a:rPr lang="en-IN" b="1" dirty="0"/>
              <a:t>Model Performance Evaluation</a:t>
            </a:r>
            <a:endParaRPr lang="en-IN" dirty="0"/>
          </a:p>
          <a:p>
            <a:pPr lvl="0"/>
            <a:r>
              <a:rPr lang="en-IN" dirty="0"/>
              <a:t>Tested the same 5 supervised machine learning algorithms with the same training and test environments.</a:t>
            </a:r>
          </a:p>
          <a:p>
            <a:pPr lvl="0"/>
            <a:r>
              <a:rPr lang="en-IN" dirty="0"/>
              <a:t>Evaluated models based on Accuracy, Precision, Recall, F1-Score, and Cross-Validation </a:t>
            </a:r>
            <a:r>
              <a:rPr lang="en-US" dirty="0"/>
              <a:t>[10]</a:t>
            </a:r>
            <a:r>
              <a:rPr lang="en-IN" dirty="0"/>
              <a:t>.</a:t>
            </a:r>
          </a:p>
          <a:p>
            <a:pPr lvl="0"/>
            <a:r>
              <a:rPr lang="en-IN" dirty="0"/>
              <a:t>The classification errors obtained by Random Forest were the lowest and its predictive performance was obtained to be the highest.</a:t>
            </a:r>
          </a:p>
          <a:p>
            <a:pPr lvl="0"/>
            <a:r>
              <a:rPr lang="en-IN" dirty="0"/>
              <a:t>Excellent classification was shown in the confusion matrix of the 22 crop categories.</a:t>
            </a:r>
          </a:p>
          <a:p>
            <a:pPr lvl="0"/>
            <a:r>
              <a:rPr lang="en-IN" dirty="0"/>
              <a:t>The feature importance analysis was used to determine the most influential variables affecting the crop recommendation.</a:t>
            </a:r>
          </a:p>
          <a:p>
            <a:endParaRPr lang="en-IN" dirty="0"/>
          </a:p>
        </p:txBody>
      </p:sp>
      <p:pic>
        <p:nvPicPr>
          <p:cNvPr id="4" name="Picture 3">
            <a:extLst>
              <a:ext uri="{FF2B5EF4-FFF2-40B4-BE49-F238E27FC236}">
                <a16:creationId xmlns:a16="http://schemas.microsoft.com/office/drawing/2014/main" id="{C8EC99C2-2B07-E008-3386-15BB9EA97F0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914968" y="782729"/>
            <a:ext cx="2032000" cy="1384300"/>
          </a:xfrm>
          <a:prstGeom prst="rect">
            <a:avLst/>
          </a:prstGeom>
          <a:noFill/>
        </p:spPr>
      </p:pic>
      <p:pic>
        <p:nvPicPr>
          <p:cNvPr id="5" name="Picture 4">
            <a:extLst>
              <a:ext uri="{FF2B5EF4-FFF2-40B4-BE49-F238E27FC236}">
                <a16:creationId xmlns:a16="http://schemas.microsoft.com/office/drawing/2014/main" id="{F87AD539-428A-9EE3-F5D8-4139B0E9C38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019071" y="767566"/>
            <a:ext cx="2006600" cy="1379220"/>
          </a:xfrm>
          <a:prstGeom prst="rect">
            <a:avLst/>
          </a:prstGeom>
          <a:noFill/>
        </p:spPr>
      </p:pic>
      <p:pic>
        <p:nvPicPr>
          <p:cNvPr id="6" name="Picture 5">
            <a:extLst>
              <a:ext uri="{FF2B5EF4-FFF2-40B4-BE49-F238E27FC236}">
                <a16:creationId xmlns:a16="http://schemas.microsoft.com/office/drawing/2014/main" id="{60DC0EA3-B34A-FFE1-3BFB-0DEFEB75A80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732679" y="2257761"/>
            <a:ext cx="2209961" cy="1227756"/>
          </a:xfrm>
          <a:prstGeom prst="rect">
            <a:avLst/>
          </a:prstGeom>
          <a:noFill/>
        </p:spPr>
      </p:pic>
      <p:pic>
        <p:nvPicPr>
          <p:cNvPr id="7" name="Picture 6">
            <a:extLst>
              <a:ext uri="{FF2B5EF4-FFF2-40B4-BE49-F238E27FC236}">
                <a16:creationId xmlns:a16="http://schemas.microsoft.com/office/drawing/2014/main" id="{48AA8B08-6FA5-09EF-27F4-B986A2AEFE69}"/>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907881" y="752530"/>
            <a:ext cx="1910071" cy="1531748"/>
          </a:xfrm>
          <a:prstGeom prst="rect">
            <a:avLst/>
          </a:prstGeom>
          <a:noFill/>
        </p:spPr>
      </p:pic>
      <p:pic>
        <p:nvPicPr>
          <p:cNvPr id="8" name="Picture 7">
            <a:extLst>
              <a:ext uri="{FF2B5EF4-FFF2-40B4-BE49-F238E27FC236}">
                <a16:creationId xmlns:a16="http://schemas.microsoft.com/office/drawing/2014/main" id="{A86E1937-4465-DE28-B1B4-9AA978D5F5CD}"/>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9942640" y="2187165"/>
            <a:ext cx="2159462" cy="1327443"/>
          </a:xfrm>
          <a:prstGeom prst="rect">
            <a:avLst/>
          </a:prstGeom>
          <a:noFill/>
        </p:spPr>
      </p:pic>
      <p:sp>
        <p:nvSpPr>
          <p:cNvPr id="10" name="TextBox 9">
            <a:extLst>
              <a:ext uri="{FF2B5EF4-FFF2-40B4-BE49-F238E27FC236}">
                <a16:creationId xmlns:a16="http://schemas.microsoft.com/office/drawing/2014/main" id="{D7478787-A523-9052-834E-7A984C5C7983}"/>
              </a:ext>
            </a:extLst>
          </p:cNvPr>
          <p:cNvSpPr txBox="1"/>
          <p:nvPr/>
        </p:nvSpPr>
        <p:spPr>
          <a:xfrm>
            <a:off x="7914968" y="3443635"/>
            <a:ext cx="2518466" cy="336118"/>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13</a:t>
            </a:r>
            <a:r>
              <a:rPr lang="en-US"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 Model Implementation</a:t>
            </a:r>
            <a:endPar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endParaRPr>
          </a:p>
        </p:txBody>
      </p:sp>
      <p:pic>
        <p:nvPicPr>
          <p:cNvPr id="11" name="Picture 10">
            <a:extLst>
              <a:ext uri="{FF2B5EF4-FFF2-40B4-BE49-F238E27FC236}">
                <a16:creationId xmlns:a16="http://schemas.microsoft.com/office/drawing/2014/main" id="{1E953A84-2653-F8FD-1472-C30459FB8B10}"/>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096000" y="3850350"/>
            <a:ext cx="2943135" cy="1754038"/>
          </a:xfrm>
          <a:prstGeom prst="rect">
            <a:avLst/>
          </a:prstGeom>
          <a:noFill/>
        </p:spPr>
      </p:pic>
      <p:sp>
        <p:nvSpPr>
          <p:cNvPr id="13" name="TextBox 12">
            <a:extLst>
              <a:ext uri="{FF2B5EF4-FFF2-40B4-BE49-F238E27FC236}">
                <a16:creationId xmlns:a16="http://schemas.microsoft.com/office/drawing/2014/main" id="{B034CB61-BD26-4192-1F5B-36B0A458FE36}"/>
              </a:ext>
            </a:extLst>
          </p:cNvPr>
          <p:cNvSpPr txBox="1"/>
          <p:nvPr/>
        </p:nvSpPr>
        <p:spPr>
          <a:xfrm>
            <a:off x="5907881" y="5648534"/>
            <a:ext cx="2859881" cy="613117"/>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14</a:t>
            </a:r>
            <a:r>
              <a:rPr lang="en-US"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 </a:t>
            </a: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Random Forest Feature Importance</a:t>
            </a:r>
          </a:p>
        </p:txBody>
      </p:sp>
      <p:pic>
        <p:nvPicPr>
          <p:cNvPr id="14" name="Picture 13">
            <a:extLst>
              <a:ext uri="{FF2B5EF4-FFF2-40B4-BE49-F238E27FC236}">
                <a16:creationId xmlns:a16="http://schemas.microsoft.com/office/drawing/2014/main" id="{B2E56F84-BF26-B390-09F6-914677A82EF6}"/>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9526024" y="3923197"/>
            <a:ext cx="2159462" cy="1938219"/>
          </a:xfrm>
          <a:prstGeom prst="rect">
            <a:avLst/>
          </a:prstGeom>
          <a:noFill/>
        </p:spPr>
      </p:pic>
      <p:sp>
        <p:nvSpPr>
          <p:cNvPr id="16" name="TextBox 15">
            <a:extLst>
              <a:ext uri="{FF2B5EF4-FFF2-40B4-BE49-F238E27FC236}">
                <a16:creationId xmlns:a16="http://schemas.microsoft.com/office/drawing/2014/main" id="{CD921A08-B329-C910-9E17-BCC6F625D0BF}"/>
              </a:ext>
            </a:extLst>
          </p:cNvPr>
          <p:cNvSpPr txBox="1"/>
          <p:nvPr/>
        </p:nvSpPr>
        <p:spPr>
          <a:xfrm>
            <a:off x="9728482" y="6004860"/>
            <a:ext cx="1978896" cy="613117"/>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15</a:t>
            </a:r>
            <a:r>
              <a:rPr lang="en-US"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 </a:t>
            </a: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Random Forest Confusion Matrix</a:t>
            </a:r>
          </a:p>
        </p:txBody>
      </p:sp>
    </p:spTree>
    <p:extLst>
      <p:ext uri="{BB962C8B-B14F-4D97-AF65-F5344CB8AC3E}">
        <p14:creationId xmlns:p14="http://schemas.microsoft.com/office/powerpoint/2010/main" val="2417420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A0A90-AB1C-6AA5-B648-7052431C909E}"/>
              </a:ext>
            </a:extLst>
          </p:cNvPr>
          <p:cNvSpPr>
            <a:spLocks noGrp="1"/>
          </p:cNvSpPr>
          <p:nvPr>
            <p:ph type="title"/>
          </p:nvPr>
        </p:nvSpPr>
        <p:spPr/>
        <p:txBody>
          <a:bodyPr>
            <a:normAutofit fontScale="90000"/>
          </a:bodyPr>
          <a:lstStyle/>
          <a:p>
            <a:r>
              <a:rPr lang="en-IN" dirty="0"/>
              <a:t>Model Comparison</a:t>
            </a:r>
          </a:p>
        </p:txBody>
      </p:sp>
      <p:sp>
        <p:nvSpPr>
          <p:cNvPr id="3" name="Content Placeholder 2">
            <a:extLst>
              <a:ext uri="{FF2B5EF4-FFF2-40B4-BE49-F238E27FC236}">
                <a16:creationId xmlns:a16="http://schemas.microsoft.com/office/drawing/2014/main" id="{B11172A3-6CC8-E252-C88D-C79C274809EC}"/>
              </a:ext>
            </a:extLst>
          </p:cNvPr>
          <p:cNvSpPr>
            <a:spLocks noGrp="1"/>
          </p:cNvSpPr>
          <p:nvPr>
            <p:ph sz="half" idx="1"/>
          </p:nvPr>
        </p:nvSpPr>
        <p:spPr>
          <a:xfrm>
            <a:off x="198001" y="767566"/>
            <a:ext cx="7530154" cy="5328434"/>
          </a:xfrm>
        </p:spPr>
        <p:txBody>
          <a:bodyPr>
            <a:normAutofit fontScale="85000" lnSpcReduction="20000"/>
          </a:bodyPr>
          <a:lstStyle/>
          <a:p>
            <a:pPr marL="0" indent="0">
              <a:buNone/>
            </a:pPr>
            <a:r>
              <a:rPr lang="en-IN" b="1" dirty="0"/>
              <a:t>Key Findings</a:t>
            </a:r>
            <a:endParaRPr lang="en-IN" dirty="0"/>
          </a:p>
          <a:p>
            <a:pPr lvl="0"/>
            <a:r>
              <a:rPr lang="en-IN" dirty="0"/>
              <a:t>Random Forest obtained the best results in terms of accuracy, precision, recall and F1-score of all models.</a:t>
            </a:r>
          </a:p>
          <a:p>
            <a:pPr lvl="0"/>
            <a:r>
              <a:rPr lang="en-IN" dirty="0"/>
              <a:t>Competitive performance of Decision Tree and Gaussian Naïve Bayes with more than 99% accuracy was observed.</a:t>
            </a:r>
          </a:p>
          <a:p>
            <a:pPr lvl="0"/>
            <a:r>
              <a:rPr lang="en-IN" dirty="0"/>
              <a:t>Logistic Regression and KNN also yielded good performance with a slightly lower predictive value.</a:t>
            </a:r>
          </a:p>
          <a:p>
            <a:pPr lvl="0"/>
            <a:r>
              <a:rPr lang="en-IN" dirty="0"/>
              <a:t>The Random Forest model was found to be robust and have generalisation ability by comparative evaluation </a:t>
            </a:r>
            <a:r>
              <a:rPr lang="en-US" dirty="0"/>
              <a:t>[11]</a:t>
            </a:r>
            <a:r>
              <a:rPr lang="en-IN" dirty="0"/>
              <a:t>.</a:t>
            </a:r>
          </a:p>
          <a:p>
            <a:pPr lvl="0"/>
            <a:r>
              <a:rPr lang="en-IN" dirty="0"/>
              <a:t>Random Forest was chosen as the final model for the recommendation based on precision agriculture applications.</a:t>
            </a:r>
          </a:p>
          <a:p>
            <a:endParaRPr lang="en-IN" dirty="0"/>
          </a:p>
        </p:txBody>
      </p:sp>
      <p:pic>
        <p:nvPicPr>
          <p:cNvPr id="4" name="Picture 3">
            <a:extLst>
              <a:ext uri="{FF2B5EF4-FFF2-40B4-BE49-F238E27FC236}">
                <a16:creationId xmlns:a16="http://schemas.microsoft.com/office/drawing/2014/main" id="{0ACCB8FF-FFB6-1086-BB54-F195B3DDE24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95938" y="833934"/>
            <a:ext cx="3383915" cy="2016125"/>
          </a:xfrm>
          <a:prstGeom prst="rect">
            <a:avLst/>
          </a:prstGeom>
          <a:noFill/>
        </p:spPr>
      </p:pic>
      <p:sp>
        <p:nvSpPr>
          <p:cNvPr id="6" name="TextBox 5">
            <a:extLst>
              <a:ext uri="{FF2B5EF4-FFF2-40B4-BE49-F238E27FC236}">
                <a16:creationId xmlns:a16="http://schemas.microsoft.com/office/drawing/2014/main" id="{69BC1D76-1DE1-23C3-E308-14EB9A8373F0}"/>
              </a:ext>
            </a:extLst>
          </p:cNvPr>
          <p:cNvSpPr txBox="1"/>
          <p:nvPr/>
        </p:nvSpPr>
        <p:spPr>
          <a:xfrm>
            <a:off x="8563895" y="2773434"/>
            <a:ext cx="3048000" cy="336118"/>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16</a:t>
            </a:r>
            <a:r>
              <a:rPr lang="en-US"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 </a:t>
            </a: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Accuracy Comparison</a:t>
            </a:r>
          </a:p>
        </p:txBody>
      </p:sp>
      <p:pic>
        <p:nvPicPr>
          <p:cNvPr id="7" name="Picture 6">
            <a:extLst>
              <a:ext uri="{FF2B5EF4-FFF2-40B4-BE49-F238E27FC236}">
                <a16:creationId xmlns:a16="http://schemas.microsoft.com/office/drawing/2014/main" id="{32378714-19AA-09FD-D90D-8F65F99BCC0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087770" y="3109552"/>
            <a:ext cx="2000250" cy="1066800"/>
          </a:xfrm>
          <a:prstGeom prst="rect">
            <a:avLst/>
          </a:prstGeom>
          <a:noFill/>
        </p:spPr>
      </p:pic>
      <p:sp>
        <p:nvSpPr>
          <p:cNvPr id="9" name="TextBox 8">
            <a:extLst>
              <a:ext uri="{FF2B5EF4-FFF2-40B4-BE49-F238E27FC236}">
                <a16:creationId xmlns:a16="http://schemas.microsoft.com/office/drawing/2014/main" id="{A04AD468-BB3E-6E9C-650F-4791027E069B}"/>
              </a:ext>
            </a:extLst>
          </p:cNvPr>
          <p:cNvSpPr txBox="1"/>
          <p:nvPr/>
        </p:nvSpPr>
        <p:spPr>
          <a:xfrm>
            <a:off x="8395938" y="4176352"/>
            <a:ext cx="3323303" cy="336118"/>
          </a:xfrm>
          <a:prstGeom prst="rect">
            <a:avLst/>
          </a:prstGeom>
          <a:noFill/>
        </p:spPr>
        <p:txBody>
          <a:bodyPr wrap="square">
            <a:spAutoFit/>
          </a:bodyPr>
          <a:lstStyle/>
          <a:p>
            <a:pPr algn="ctr">
              <a:lnSpc>
                <a:spcPct val="150000"/>
              </a:lnSpc>
              <a:spcAft>
                <a:spcPts val="1000"/>
              </a:spcAft>
              <a:buNone/>
            </a:pPr>
            <a:r>
              <a:rPr lang="en-IN" sz="1200" b="1" i="1" kern="10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17</a:t>
            </a:r>
            <a:r>
              <a:rPr lang="en-US" sz="1200" b="1" i="1" kern="10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 </a:t>
            </a:r>
            <a:r>
              <a:rPr lang="en-IN" sz="1200" b="1" i="1" kern="10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Best Tuned Model</a:t>
            </a:r>
            <a:endPar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endParaRPr>
          </a:p>
        </p:txBody>
      </p:sp>
      <p:pic>
        <p:nvPicPr>
          <p:cNvPr id="10" name="Picture 9">
            <a:extLst>
              <a:ext uri="{FF2B5EF4-FFF2-40B4-BE49-F238E27FC236}">
                <a16:creationId xmlns:a16="http://schemas.microsoft.com/office/drawing/2014/main" id="{35124EBE-17A0-96BE-39BE-2DF68B24B4D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100700" y="4512470"/>
            <a:ext cx="3618541" cy="1839841"/>
          </a:xfrm>
          <a:prstGeom prst="rect">
            <a:avLst/>
          </a:prstGeom>
          <a:noFill/>
        </p:spPr>
      </p:pic>
      <p:sp>
        <p:nvSpPr>
          <p:cNvPr id="12" name="TextBox 11">
            <a:extLst>
              <a:ext uri="{FF2B5EF4-FFF2-40B4-BE49-F238E27FC236}">
                <a16:creationId xmlns:a16="http://schemas.microsoft.com/office/drawing/2014/main" id="{ABD52421-3796-C533-FFBB-18595CD27974}"/>
              </a:ext>
            </a:extLst>
          </p:cNvPr>
          <p:cNvSpPr txBox="1"/>
          <p:nvPr/>
        </p:nvSpPr>
        <p:spPr>
          <a:xfrm>
            <a:off x="8533589" y="6352311"/>
            <a:ext cx="3048000" cy="336118"/>
          </a:xfrm>
          <a:prstGeom prst="rect">
            <a:avLst/>
          </a:prstGeom>
          <a:noFill/>
        </p:spPr>
        <p:txBody>
          <a:bodyPr wrap="square">
            <a:spAutoFit/>
          </a:bodyPr>
          <a:lstStyle/>
          <a:p>
            <a:pPr algn="ctr">
              <a:lnSpc>
                <a:spcPct val="150000"/>
              </a:lnSpc>
              <a:spcAft>
                <a:spcPts val="1000"/>
              </a:spcAft>
              <a:buNone/>
            </a:pP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Figure 18</a:t>
            </a:r>
            <a:r>
              <a:rPr lang="en-US"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 </a:t>
            </a:r>
            <a:r>
              <a:rPr lang="en-IN" sz="1200" b="1" i="1" kern="100" dirty="0">
                <a:solidFill>
                  <a:srgbClr val="000000"/>
                </a:solidFill>
                <a:effectLst/>
                <a:latin typeface="Times New Roman" panose="02020603050405020304" pitchFamily="18" charset="0"/>
                <a:ea typeface="DengXian" panose="02010600030101010101" pitchFamily="2" charset="-122"/>
                <a:cs typeface="Cordia New" panose="020B0304020202020204" pitchFamily="34" charset="-34"/>
              </a:rPr>
              <a:t>Performance Heatmap</a:t>
            </a:r>
          </a:p>
        </p:txBody>
      </p:sp>
    </p:spTree>
    <p:extLst>
      <p:ext uri="{BB962C8B-B14F-4D97-AF65-F5344CB8AC3E}">
        <p14:creationId xmlns:p14="http://schemas.microsoft.com/office/powerpoint/2010/main" val="635007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4AED6-32A9-75A7-0984-F5BF4A5E9D92}"/>
              </a:ext>
            </a:extLst>
          </p:cNvPr>
          <p:cNvSpPr>
            <a:spLocks noGrp="1"/>
          </p:cNvSpPr>
          <p:nvPr>
            <p:ph type="title"/>
          </p:nvPr>
        </p:nvSpPr>
        <p:spPr/>
        <p:txBody>
          <a:bodyPr>
            <a:normAutofit fontScale="90000"/>
          </a:bodyPr>
          <a:lstStyle/>
          <a:p>
            <a:r>
              <a:rPr lang="en-IN" dirty="0"/>
              <a:t>Results, Contributions &amp; Discussion</a:t>
            </a:r>
          </a:p>
        </p:txBody>
      </p:sp>
      <p:sp>
        <p:nvSpPr>
          <p:cNvPr id="3" name="Content Placeholder 2">
            <a:extLst>
              <a:ext uri="{FF2B5EF4-FFF2-40B4-BE49-F238E27FC236}">
                <a16:creationId xmlns:a16="http://schemas.microsoft.com/office/drawing/2014/main" id="{87979DD6-FFF6-9551-C29F-15E1FFFBE1F7}"/>
              </a:ext>
            </a:extLst>
          </p:cNvPr>
          <p:cNvSpPr>
            <a:spLocks noGrp="1"/>
          </p:cNvSpPr>
          <p:nvPr>
            <p:ph sz="half" idx="1"/>
          </p:nvPr>
        </p:nvSpPr>
        <p:spPr/>
        <p:txBody>
          <a:bodyPr>
            <a:normAutofit fontScale="47500" lnSpcReduction="20000"/>
          </a:bodyPr>
          <a:lstStyle/>
          <a:p>
            <a:r>
              <a:rPr lang="en-IN" b="1" dirty="0"/>
              <a:t>Key Results</a:t>
            </a:r>
            <a:endParaRPr lang="en-IN" dirty="0"/>
          </a:p>
          <a:p>
            <a:pPr lvl="0"/>
            <a:r>
              <a:rPr lang="en-IN" dirty="0"/>
              <a:t>Among the models tested, the Random Forest model had the highest performance of 99.55% accuracy.</a:t>
            </a:r>
          </a:p>
          <a:p>
            <a:pPr lvl="0"/>
            <a:r>
              <a:rPr lang="en-IN" dirty="0"/>
              <a:t>With feature engineering, data was better represented, and overall prediction accuracy of the models was improved.</a:t>
            </a:r>
          </a:p>
          <a:p>
            <a:pPr lvl="0"/>
            <a:r>
              <a:rPr lang="en-IN" dirty="0"/>
              <a:t>The most significant prediction features were found to be Humidity, Potassium, Rainfall and Phosphorus.</a:t>
            </a:r>
          </a:p>
          <a:p>
            <a:pPr lvl="0"/>
            <a:r>
              <a:rPr lang="en-IN" dirty="0"/>
              <a:t>The proposed system was able to classify 22 crop classes based on soil and weather conditions.</a:t>
            </a:r>
          </a:p>
          <a:p>
            <a:pPr lvl="0"/>
            <a:r>
              <a:rPr lang="en-IN" dirty="0"/>
              <a:t>For intelligent crop recommendation, machine learning proved to be very promising in precision agriculture.</a:t>
            </a:r>
          </a:p>
          <a:p>
            <a:r>
              <a:rPr lang="en-IN" b="1" dirty="0"/>
              <a:t>Research Contributions</a:t>
            </a:r>
            <a:endParaRPr lang="en-IN" dirty="0"/>
          </a:p>
          <a:p>
            <a:pPr lvl="0"/>
            <a:r>
              <a:rPr lang="en-IN" dirty="0"/>
              <a:t>Constructed and evaluated five supervised machine learning algorithms with the same evaluation parameters.</a:t>
            </a:r>
          </a:p>
          <a:p>
            <a:pPr lvl="0"/>
            <a:r>
              <a:rPr lang="en-IN" dirty="0"/>
              <a:t>Designed seven extra agricultural traits to capture concealed soil and weather conditions interactions.</a:t>
            </a:r>
          </a:p>
          <a:p>
            <a:pPr lvl="0"/>
            <a:r>
              <a:rPr lang="en-IN" dirty="0"/>
              <a:t>Developed an entire end-to-end machine learning pipeline, from pre-processing to model evaluation, that is reproducible.</a:t>
            </a:r>
          </a:p>
          <a:p>
            <a:pPr lvl="0"/>
            <a:r>
              <a:rPr lang="en-IN" dirty="0"/>
              <a:t>Performed comprehensive evaluation using Accuracy, Precision, Recall, F1-score and Cross-Validation.</a:t>
            </a:r>
          </a:p>
          <a:p>
            <a:pPr lvl="0"/>
            <a:r>
              <a:rPr lang="en-IN" dirty="0"/>
              <a:t>Made a practical proposal to help farmers in the crop selection process using a Decision Support System.</a:t>
            </a:r>
          </a:p>
          <a:p>
            <a:r>
              <a:rPr lang="en-IN" b="1" dirty="0"/>
              <a:t>Limitations &amp; Discussion</a:t>
            </a:r>
            <a:endParaRPr lang="en-IN" dirty="0"/>
          </a:p>
          <a:p>
            <a:pPr lvl="0"/>
            <a:r>
              <a:rPr lang="en-IN" dirty="0"/>
              <a:t>Only 2200 observations were made and used as benchmarks, which results in a constrained ability to generalise to the real world.</a:t>
            </a:r>
          </a:p>
          <a:p>
            <a:pPr lvl="0"/>
            <a:r>
              <a:rPr lang="en-IN" dirty="0"/>
              <a:t>No real-time sensor or satellite data or IoT data was used in model development.</a:t>
            </a:r>
          </a:p>
          <a:p>
            <a:pPr lvl="0"/>
            <a:r>
              <a:rPr lang="en-IN" dirty="0"/>
              <a:t>External validation with respect to different regions, seasons and soil conditions was not done.</a:t>
            </a:r>
          </a:p>
          <a:p>
            <a:pPr lvl="0"/>
            <a:r>
              <a:rPr lang="en-IN" dirty="0"/>
              <a:t>Factors beyond the scope of this investigation were economic, irrigation and soil texture.</a:t>
            </a:r>
          </a:p>
          <a:p>
            <a:pPr lvl="0"/>
            <a:r>
              <a:rPr lang="en-IN" dirty="0"/>
              <a:t>The constructed system assists in decisions in farming and should not be interpreted as an alternative to expert agronomic advice.</a:t>
            </a:r>
          </a:p>
          <a:p>
            <a:pPr marL="0" indent="0">
              <a:buNone/>
            </a:pPr>
            <a:endParaRPr lang="en-IN" dirty="0"/>
          </a:p>
        </p:txBody>
      </p:sp>
    </p:spTree>
    <p:extLst>
      <p:ext uri="{BB962C8B-B14F-4D97-AF65-F5344CB8AC3E}">
        <p14:creationId xmlns:p14="http://schemas.microsoft.com/office/powerpoint/2010/main" val="3035334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2D1E-3046-D830-B039-050450805597}"/>
              </a:ext>
            </a:extLst>
          </p:cNvPr>
          <p:cNvSpPr>
            <a:spLocks noGrp="1"/>
          </p:cNvSpPr>
          <p:nvPr>
            <p:ph type="title"/>
          </p:nvPr>
        </p:nvSpPr>
        <p:spPr/>
        <p:txBody>
          <a:bodyPr>
            <a:normAutofit fontScale="90000"/>
          </a:bodyPr>
          <a:lstStyle/>
          <a:p>
            <a:r>
              <a:rPr lang="en-US" dirty="0"/>
              <a:t>Conclusion</a:t>
            </a:r>
            <a:r>
              <a:rPr lang="en-IN" dirty="0"/>
              <a:t> &amp; Future Work</a:t>
            </a:r>
            <a:endParaRPr lang="en-US" dirty="0"/>
          </a:p>
        </p:txBody>
      </p:sp>
      <p:sp>
        <p:nvSpPr>
          <p:cNvPr id="3" name="Content Placeholder 2">
            <a:extLst>
              <a:ext uri="{FF2B5EF4-FFF2-40B4-BE49-F238E27FC236}">
                <a16:creationId xmlns:a16="http://schemas.microsoft.com/office/drawing/2014/main" id="{486602FF-00EB-DC2D-26EC-24DDBEAD09AA}"/>
              </a:ext>
            </a:extLst>
          </p:cNvPr>
          <p:cNvSpPr>
            <a:spLocks noGrp="1"/>
          </p:cNvSpPr>
          <p:nvPr>
            <p:ph sz="half" idx="1"/>
          </p:nvPr>
        </p:nvSpPr>
        <p:spPr/>
        <p:txBody>
          <a:bodyPr vert="horz" lIns="91440" tIns="0" rIns="91440" bIns="0" rtlCol="0" anchor="t">
            <a:normAutofit fontScale="62500" lnSpcReduction="20000"/>
          </a:bodyPr>
          <a:lstStyle/>
          <a:p>
            <a:r>
              <a:rPr lang="en-IN" b="1" dirty="0"/>
              <a:t>Conclusion</a:t>
            </a:r>
            <a:endParaRPr lang="en-IN" dirty="0"/>
          </a:p>
          <a:p>
            <a:pPr lvl="0"/>
            <a:r>
              <a:rPr lang="en-IN" dirty="0"/>
              <a:t>Competently completed all research tasks using a systematic implementation and evaluation of the machine learning.</a:t>
            </a:r>
          </a:p>
          <a:p>
            <a:pPr lvl="0"/>
            <a:r>
              <a:rPr lang="en-IN" dirty="0"/>
              <a:t>The ML approach successfully predicted crops that can be grown with the soil nutrients and weather.</a:t>
            </a:r>
          </a:p>
          <a:p>
            <a:pPr lvl="0"/>
            <a:r>
              <a:rPr lang="en-IN" dirty="0"/>
              <a:t>Random Forest had the highest overall accuracy of 99.55% and was also the best generaliser.</a:t>
            </a:r>
          </a:p>
          <a:p>
            <a:pPr lvl="0"/>
            <a:r>
              <a:rPr lang="en-IN" dirty="0"/>
              <a:t>The feature engineering enhanced the representation of data and boosted the prediction performance of the models.</a:t>
            </a:r>
          </a:p>
          <a:p>
            <a:pPr lvl="0"/>
            <a:r>
              <a:rPr lang="en-IN" dirty="0"/>
              <a:t>The suggested system fulfils precision agriculture by helping farmers to make informed decisions regarding crops.</a:t>
            </a:r>
          </a:p>
          <a:p>
            <a:r>
              <a:rPr lang="en-IN" b="1" dirty="0"/>
              <a:t>Future Work</a:t>
            </a:r>
            <a:endParaRPr lang="en-IN" dirty="0"/>
          </a:p>
          <a:p>
            <a:pPr lvl="0"/>
            <a:r>
              <a:rPr lang="en-IN" dirty="0"/>
              <a:t>Verify the model with more and geographically spread-out agricultural information.</a:t>
            </a:r>
          </a:p>
          <a:p>
            <a:pPr lvl="0"/>
            <a:r>
              <a:rPr lang="en-IN" dirty="0"/>
              <a:t>Consider satellite images and remote sensing for better crop recommendations.</a:t>
            </a:r>
          </a:p>
          <a:p>
            <a:pPr lvl="0"/>
            <a:r>
              <a:rPr lang="en-IN" dirty="0"/>
              <a:t>Add support for real-time monitoring and sensing of soil and environment using IoT sensors </a:t>
            </a:r>
            <a:r>
              <a:rPr lang="en-US" dirty="0"/>
              <a:t>[12]</a:t>
            </a:r>
            <a:r>
              <a:rPr lang="en-IN" dirty="0"/>
              <a:t>.</a:t>
            </a:r>
          </a:p>
          <a:p>
            <a:pPr lvl="0"/>
            <a:r>
              <a:rPr lang="en-IN" dirty="0"/>
              <a:t>Create a user-friendly web/mobile app for practical deployment.</a:t>
            </a:r>
          </a:p>
          <a:p>
            <a:pPr lvl="0"/>
            <a:r>
              <a:rPr lang="en-IN" dirty="0"/>
              <a:t>Use Explainable AI methods to enhance models' transparency </a:t>
            </a:r>
            <a:r>
              <a:rPr lang="en-US" dirty="0"/>
              <a:t>[13]</a:t>
            </a:r>
            <a:r>
              <a:rPr lang="en-IN" dirty="0"/>
              <a:t>.</a:t>
            </a:r>
          </a:p>
          <a:p>
            <a:pPr lvl="0"/>
            <a:r>
              <a:rPr lang="en-IN" dirty="0"/>
              <a:t>Allow real-time recommendations by regularly collecting data and updating models.</a:t>
            </a:r>
          </a:p>
        </p:txBody>
      </p:sp>
    </p:spTree>
    <p:extLst>
      <p:ext uri="{BB962C8B-B14F-4D97-AF65-F5344CB8AC3E}">
        <p14:creationId xmlns:p14="http://schemas.microsoft.com/office/powerpoint/2010/main" val="2551701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2D1E-3046-D830-B039-050450805597}"/>
              </a:ext>
            </a:extLst>
          </p:cNvPr>
          <p:cNvSpPr>
            <a:spLocks noGrp="1"/>
          </p:cNvSpPr>
          <p:nvPr>
            <p:ph type="title"/>
          </p:nvPr>
        </p:nvSpPr>
        <p:spPr/>
        <p:txBody>
          <a:bodyPr>
            <a:normAutofit fontScale="90000"/>
          </a:bodyPr>
          <a:lstStyle/>
          <a:p>
            <a:r>
              <a:rPr lang="en-IN" dirty="0"/>
              <a:t>References</a:t>
            </a:r>
            <a:endParaRPr lang="en-US" dirty="0"/>
          </a:p>
        </p:txBody>
      </p:sp>
      <p:graphicFrame>
        <p:nvGraphicFramePr>
          <p:cNvPr id="4" name="Table 3">
            <a:extLst>
              <a:ext uri="{FF2B5EF4-FFF2-40B4-BE49-F238E27FC236}">
                <a16:creationId xmlns:a16="http://schemas.microsoft.com/office/drawing/2014/main" id="{AEB26D30-E95D-CFA8-2BBD-161E5CF1A01A}"/>
              </a:ext>
            </a:extLst>
          </p:cNvPr>
          <p:cNvGraphicFramePr>
            <a:graphicFrameLocks noGrp="1"/>
          </p:cNvGraphicFramePr>
          <p:nvPr>
            <p:extLst>
              <p:ext uri="{D42A27DB-BD31-4B8C-83A1-F6EECF244321}">
                <p14:modId xmlns:p14="http://schemas.microsoft.com/office/powerpoint/2010/main" val="1634767338"/>
              </p:ext>
            </p:extLst>
          </p:nvPr>
        </p:nvGraphicFramePr>
        <p:xfrm>
          <a:off x="1160206" y="789764"/>
          <a:ext cx="10550013" cy="5809416"/>
        </p:xfrm>
        <a:graphic>
          <a:graphicData uri="http://schemas.openxmlformats.org/drawingml/2006/table">
            <a:tbl>
              <a:tblPr firstRow="1" firstCol="1" bandRow="1">
                <a:tableStyleId>{9DCAF9ED-07DC-4A11-8D7F-57B35C25682E}</a:tableStyleId>
              </a:tblPr>
              <a:tblGrid>
                <a:gridCol w="897361">
                  <a:extLst>
                    <a:ext uri="{9D8B030D-6E8A-4147-A177-3AD203B41FA5}">
                      <a16:colId xmlns:a16="http://schemas.microsoft.com/office/drawing/2014/main" val="38849836"/>
                    </a:ext>
                  </a:extLst>
                </a:gridCol>
                <a:gridCol w="9652652">
                  <a:extLst>
                    <a:ext uri="{9D8B030D-6E8A-4147-A177-3AD203B41FA5}">
                      <a16:colId xmlns:a16="http://schemas.microsoft.com/office/drawing/2014/main" val="1285726745"/>
                    </a:ext>
                  </a:extLst>
                </a:gridCol>
              </a:tblGrid>
              <a:tr h="409413">
                <a:tc>
                  <a:txBody>
                    <a:bodyPr/>
                    <a:lstStyle/>
                    <a:p>
                      <a:pPr algn="just">
                        <a:lnSpc>
                          <a:spcPct val="150000"/>
                        </a:lnSpc>
                        <a:spcAft>
                          <a:spcPts val="800"/>
                        </a:spcAft>
                        <a:buNone/>
                      </a:pPr>
                      <a:r>
                        <a:rPr lang="en-IN" sz="1000" b="1" kern="100">
                          <a:solidFill>
                            <a:schemeClr val="tx1"/>
                          </a:solidFill>
                          <a:effectLst/>
                        </a:rPr>
                        <a:t>[1]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tc>
                  <a:txBody>
                    <a:bodyPr/>
                    <a:lstStyle/>
                    <a:p>
                      <a:pPr algn="just">
                        <a:lnSpc>
                          <a:spcPct val="150000"/>
                        </a:lnSpc>
                        <a:spcAft>
                          <a:spcPts val="800"/>
                        </a:spcAft>
                        <a:buNone/>
                      </a:pPr>
                      <a:r>
                        <a:rPr lang="en-IN" sz="1000" b="1" kern="100" dirty="0">
                          <a:solidFill>
                            <a:schemeClr val="tx1"/>
                          </a:solidFill>
                          <a:effectLst/>
                        </a:rPr>
                        <a:t>K. </a:t>
                      </a:r>
                      <a:r>
                        <a:rPr lang="en-IN" sz="1000" b="1" kern="100" dirty="0" err="1">
                          <a:solidFill>
                            <a:schemeClr val="tx1"/>
                          </a:solidFill>
                          <a:effectLst/>
                        </a:rPr>
                        <a:t>Demestichas</a:t>
                      </a:r>
                      <a:r>
                        <a:rPr lang="en-IN" sz="1000" b="1" kern="100" dirty="0">
                          <a:solidFill>
                            <a:schemeClr val="tx1"/>
                          </a:solidFill>
                          <a:effectLst/>
                        </a:rPr>
                        <a:t> and E. Daskalakis, “Data Lifecycle Management in Precision Agriculture Supported by Information and Communication Technology,” Agronomy, vol. 10, no. 11, p. 1648, 2020. </a:t>
                      </a:r>
                      <a:endParaRPr lang="en-IN" sz="1000" b="1" kern="100" dirty="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extLst>
                  <a:ext uri="{0D108BD9-81ED-4DB2-BD59-A6C34878D82A}">
                    <a16:rowId xmlns:a16="http://schemas.microsoft.com/office/drawing/2014/main" val="2774341255"/>
                  </a:ext>
                </a:extLst>
              </a:tr>
              <a:tr h="436008">
                <a:tc>
                  <a:txBody>
                    <a:bodyPr/>
                    <a:lstStyle/>
                    <a:p>
                      <a:pPr algn="just">
                        <a:lnSpc>
                          <a:spcPct val="150000"/>
                        </a:lnSpc>
                        <a:spcAft>
                          <a:spcPts val="800"/>
                        </a:spcAft>
                        <a:buNone/>
                      </a:pPr>
                      <a:r>
                        <a:rPr lang="en-IN" sz="1000" b="1" kern="100">
                          <a:solidFill>
                            <a:schemeClr val="tx1"/>
                          </a:solidFill>
                          <a:effectLst/>
                        </a:rPr>
                        <a:t>[2]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tc>
                  <a:txBody>
                    <a:bodyPr/>
                    <a:lstStyle/>
                    <a:p>
                      <a:pPr algn="just">
                        <a:lnSpc>
                          <a:spcPct val="150000"/>
                        </a:lnSpc>
                        <a:spcAft>
                          <a:spcPts val="800"/>
                        </a:spcAft>
                        <a:buNone/>
                      </a:pPr>
                      <a:r>
                        <a:rPr lang="en-IN" sz="1000" b="1" kern="100" dirty="0">
                          <a:solidFill>
                            <a:schemeClr val="tx1"/>
                          </a:solidFill>
                          <a:effectLst/>
                        </a:rPr>
                        <a:t>F. Fuentes-</a:t>
                      </a:r>
                      <a:r>
                        <a:rPr lang="en-IN" sz="1000" b="1" kern="100" dirty="0" err="1">
                          <a:solidFill>
                            <a:schemeClr val="tx1"/>
                          </a:solidFill>
                          <a:effectLst/>
                        </a:rPr>
                        <a:t>Peñailillo</a:t>
                      </a:r>
                      <a:r>
                        <a:rPr lang="en-IN" sz="1000" b="1" kern="100" dirty="0">
                          <a:solidFill>
                            <a:schemeClr val="tx1"/>
                          </a:solidFill>
                          <a:effectLst/>
                        </a:rPr>
                        <a:t>, K. Gutter, R. Vega and G. Silva, “Transformative Technologies in Digital Agriculture: Leveraging Internet of Things, Remote Sensing, and Artificial Intelligence for Smart Crop Management,” Journal of Sensor and Actuator Networks, vol. 13, no. 4, p. 39, 2024. </a:t>
                      </a:r>
                      <a:endParaRPr lang="en-IN" sz="1000" b="1" kern="100" dirty="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extLst>
                  <a:ext uri="{0D108BD9-81ED-4DB2-BD59-A6C34878D82A}">
                    <a16:rowId xmlns:a16="http://schemas.microsoft.com/office/drawing/2014/main" val="2552330833"/>
                  </a:ext>
                </a:extLst>
              </a:tr>
              <a:tr h="409413">
                <a:tc>
                  <a:txBody>
                    <a:bodyPr/>
                    <a:lstStyle/>
                    <a:p>
                      <a:pPr algn="just">
                        <a:lnSpc>
                          <a:spcPct val="150000"/>
                        </a:lnSpc>
                        <a:spcAft>
                          <a:spcPts val="800"/>
                        </a:spcAft>
                        <a:buNone/>
                      </a:pPr>
                      <a:r>
                        <a:rPr lang="en-IN" sz="1000" b="1" kern="100">
                          <a:solidFill>
                            <a:schemeClr val="tx1"/>
                          </a:solidFill>
                          <a:effectLst/>
                        </a:rPr>
                        <a:t>[3]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tc>
                  <a:txBody>
                    <a:bodyPr/>
                    <a:lstStyle/>
                    <a:p>
                      <a:pPr algn="just">
                        <a:lnSpc>
                          <a:spcPct val="150000"/>
                        </a:lnSpc>
                        <a:spcAft>
                          <a:spcPts val="800"/>
                        </a:spcAft>
                        <a:buNone/>
                      </a:pPr>
                      <a:r>
                        <a:rPr lang="en-IN" sz="1000" b="1" kern="100" dirty="0">
                          <a:solidFill>
                            <a:schemeClr val="tx1"/>
                          </a:solidFill>
                          <a:effectLst/>
                        </a:rPr>
                        <a:t>M. </a:t>
                      </a:r>
                      <a:r>
                        <a:rPr lang="en-IN" sz="1000" b="1" kern="100" dirty="0" err="1">
                          <a:solidFill>
                            <a:schemeClr val="tx1"/>
                          </a:solidFill>
                          <a:effectLst/>
                        </a:rPr>
                        <a:t>Bouni</a:t>
                      </a:r>
                      <a:r>
                        <a:rPr lang="en-IN" sz="1000" b="1" kern="100" dirty="0">
                          <a:solidFill>
                            <a:schemeClr val="tx1"/>
                          </a:solidFill>
                          <a:effectLst/>
                        </a:rPr>
                        <a:t>, B. </a:t>
                      </a:r>
                      <a:r>
                        <a:rPr lang="en-IN" sz="1000" b="1" kern="100" dirty="0" err="1">
                          <a:solidFill>
                            <a:schemeClr val="tx1"/>
                          </a:solidFill>
                          <a:effectLst/>
                        </a:rPr>
                        <a:t>Hssina</a:t>
                      </a:r>
                      <a:r>
                        <a:rPr lang="en-IN" sz="1000" b="1" kern="100" dirty="0">
                          <a:solidFill>
                            <a:schemeClr val="tx1"/>
                          </a:solidFill>
                          <a:effectLst/>
                        </a:rPr>
                        <a:t>, K. </a:t>
                      </a:r>
                      <a:r>
                        <a:rPr lang="en-IN" sz="1000" b="1" kern="100" dirty="0" err="1">
                          <a:solidFill>
                            <a:schemeClr val="tx1"/>
                          </a:solidFill>
                          <a:effectLst/>
                        </a:rPr>
                        <a:t>Douzi</a:t>
                      </a:r>
                      <a:r>
                        <a:rPr lang="en-IN" sz="1000" b="1" kern="100" dirty="0">
                          <a:solidFill>
                            <a:schemeClr val="tx1"/>
                          </a:solidFill>
                          <a:effectLst/>
                        </a:rPr>
                        <a:t> and S. </a:t>
                      </a:r>
                      <a:r>
                        <a:rPr lang="en-IN" sz="1000" b="1" kern="100" dirty="0" err="1">
                          <a:solidFill>
                            <a:schemeClr val="tx1"/>
                          </a:solidFill>
                          <a:effectLst/>
                        </a:rPr>
                        <a:t>Douzi</a:t>
                      </a:r>
                      <a:r>
                        <a:rPr lang="en-IN" sz="1000" b="1" kern="100" dirty="0">
                          <a:solidFill>
                            <a:schemeClr val="tx1"/>
                          </a:solidFill>
                          <a:effectLst/>
                        </a:rPr>
                        <a:t>, “Integrated IoT Approaches for Crop Recommendation and Yield-Prediction Using Machine-Learning,” IoT, vol. 5, no. 4, pp. 634-649, 2024. </a:t>
                      </a:r>
                      <a:endParaRPr lang="en-IN" sz="1000" b="1" kern="100" dirty="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extLst>
                  <a:ext uri="{0D108BD9-81ED-4DB2-BD59-A6C34878D82A}">
                    <a16:rowId xmlns:a16="http://schemas.microsoft.com/office/drawing/2014/main" val="554681078"/>
                  </a:ext>
                </a:extLst>
              </a:tr>
              <a:tr h="436008">
                <a:tc>
                  <a:txBody>
                    <a:bodyPr/>
                    <a:lstStyle/>
                    <a:p>
                      <a:pPr algn="just">
                        <a:lnSpc>
                          <a:spcPct val="150000"/>
                        </a:lnSpc>
                        <a:spcAft>
                          <a:spcPts val="800"/>
                        </a:spcAft>
                        <a:buNone/>
                      </a:pPr>
                      <a:r>
                        <a:rPr lang="en-IN" sz="1000" b="1" kern="100">
                          <a:solidFill>
                            <a:schemeClr val="tx1"/>
                          </a:solidFill>
                          <a:effectLst/>
                        </a:rPr>
                        <a:t>[4]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tc>
                  <a:txBody>
                    <a:bodyPr/>
                    <a:lstStyle/>
                    <a:p>
                      <a:pPr algn="just">
                        <a:lnSpc>
                          <a:spcPct val="150000"/>
                        </a:lnSpc>
                        <a:spcAft>
                          <a:spcPts val="800"/>
                        </a:spcAft>
                        <a:buNone/>
                      </a:pPr>
                      <a:r>
                        <a:rPr lang="en-IN" sz="1000" b="1" kern="100" dirty="0">
                          <a:solidFill>
                            <a:schemeClr val="tx1"/>
                          </a:solidFill>
                          <a:effectLst/>
                        </a:rPr>
                        <a:t>M. Haque, M. </a:t>
                      </a:r>
                      <a:r>
                        <a:rPr lang="en-IN" sz="1000" b="1" kern="100" dirty="0" err="1">
                          <a:solidFill>
                            <a:schemeClr val="tx1"/>
                          </a:solidFill>
                          <a:effectLst/>
                        </a:rPr>
                        <a:t>Arifuzzaman</a:t>
                      </a:r>
                      <a:r>
                        <a:rPr lang="en-IN" sz="1000" b="1" kern="100" dirty="0">
                          <a:solidFill>
                            <a:schemeClr val="tx1"/>
                          </a:solidFill>
                          <a:effectLst/>
                        </a:rPr>
                        <a:t>, M. Hoque and A. </a:t>
                      </a:r>
                      <a:r>
                        <a:rPr lang="en-IN" sz="1000" b="1" kern="100" dirty="0" err="1">
                          <a:solidFill>
                            <a:schemeClr val="tx1"/>
                          </a:solidFill>
                          <a:effectLst/>
                        </a:rPr>
                        <a:t>Alluqmani</a:t>
                      </a:r>
                      <a:r>
                        <a:rPr lang="en-IN" sz="1000" b="1" kern="100" dirty="0">
                          <a:solidFill>
                            <a:schemeClr val="tx1"/>
                          </a:solidFill>
                          <a:effectLst/>
                        </a:rPr>
                        <a:t>, “</a:t>
                      </a:r>
                      <a:r>
                        <a:rPr lang="en-IN" sz="1000" b="1" kern="100" dirty="0" err="1">
                          <a:solidFill>
                            <a:schemeClr val="tx1"/>
                          </a:solidFill>
                          <a:effectLst/>
                        </a:rPr>
                        <a:t>Modeling</a:t>
                      </a:r>
                      <a:r>
                        <a:rPr lang="en-IN" sz="1000" b="1" kern="100" dirty="0">
                          <a:solidFill>
                            <a:schemeClr val="tx1"/>
                          </a:solidFill>
                          <a:effectLst/>
                        </a:rPr>
                        <a:t> Climate Variability Impacts on Agricultural Productivity Using Integrated Regression and Transformer-Based Deep Learning,” Agronomy, vol. 16, no. 11, p. 1088, 2026. </a:t>
                      </a:r>
                      <a:endParaRPr lang="en-IN" sz="1000" b="1" kern="100" dirty="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extLst>
                  <a:ext uri="{0D108BD9-81ED-4DB2-BD59-A6C34878D82A}">
                    <a16:rowId xmlns:a16="http://schemas.microsoft.com/office/drawing/2014/main" val="3284427086"/>
                  </a:ext>
                </a:extLst>
              </a:tr>
              <a:tr h="409413">
                <a:tc>
                  <a:txBody>
                    <a:bodyPr/>
                    <a:lstStyle/>
                    <a:p>
                      <a:pPr algn="just">
                        <a:lnSpc>
                          <a:spcPct val="150000"/>
                        </a:lnSpc>
                        <a:spcAft>
                          <a:spcPts val="800"/>
                        </a:spcAft>
                        <a:buNone/>
                      </a:pPr>
                      <a:r>
                        <a:rPr lang="en-IN" sz="1000" b="1" kern="100">
                          <a:solidFill>
                            <a:schemeClr val="tx1"/>
                          </a:solidFill>
                          <a:effectLst/>
                        </a:rPr>
                        <a:t>[5]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tc>
                  <a:txBody>
                    <a:bodyPr/>
                    <a:lstStyle/>
                    <a:p>
                      <a:pPr algn="just">
                        <a:lnSpc>
                          <a:spcPct val="150000"/>
                        </a:lnSpc>
                        <a:spcAft>
                          <a:spcPts val="800"/>
                        </a:spcAft>
                        <a:buNone/>
                      </a:pPr>
                      <a:r>
                        <a:rPr lang="en-IN" sz="1000" b="1" kern="100">
                          <a:solidFill>
                            <a:schemeClr val="tx1"/>
                          </a:solidFill>
                          <a:effectLst/>
                        </a:rPr>
                        <a:t>E. Elbasi, C. Zaki, A. Topcu, W. Abdelbaki, A. Zreikat, E. Cina, A. Shdefat and L. Saker, “Crop Prediction Model Using Machine Learning Algorithms,” Applied Sciences, vol. 13, no. 16, p. 9288, 2023.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extLst>
                  <a:ext uri="{0D108BD9-81ED-4DB2-BD59-A6C34878D82A}">
                    <a16:rowId xmlns:a16="http://schemas.microsoft.com/office/drawing/2014/main" val="474529460"/>
                  </a:ext>
                </a:extLst>
              </a:tr>
              <a:tr h="409413">
                <a:tc>
                  <a:txBody>
                    <a:bodyPr/>
                    <a:lstStyle/>
                    <a:p>
                      <a:pPr algn="just">
                        <a:lnSpc>
                          <a:spcPct val="150000"/>
                        </a:lnSpc>
                        <a:spcAft>
                          <a:spcPts val="800"/>
                        </a:spcAft>
                        <a:buNone/>
                      </a:pPr>
                      <a:r>
                        <a:rPr lang="en-IN" sz="1000" b="1" kern="100">
                          <a:solidFill>
                            <a:schemeClr val="tx1"/>
                          </a:solidFill>
                          <a:effectLst/>
                        </a:rPr>
                        <a:t>[6]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tc>
                  <a:txBody>
                    <a:bodyPr/>
                    <a:lstStyle/>
                    <a:p>
                      <a:pPr algn="just">
                        <a:lnSpc>
                          <a:spcPct val="150000"/>
                        </a:lnSpc>
                        <a:spcAft>
                          <a:spcPts val="800"/>
                        </a:spcAft>
                        <a:buNone/>
                      </a:pPr>
                      <a:r>
                        <a:rPr lang="en-IN" sz="1000" b="1" kern="100">
                          <a:solidFill>
                            <a:schemeClr val="tx1"/>
                          </a:solidFill>
                          <a:effectLst/>
                        </a:rPr>
                        <a:t>P. Koukaras and C. Tjortjis, “Data Preprocessing and Feature Engineering for Data Mining: Techniques, Tools, and Best Practices,” AI, vol. 6, no. 10, p. 257, 2025.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extLst>
                  <a:ext uri="{0D108BD9-81ED-4DB2-BD59-A6C34878D82A}">
                    <a16:rowId xmlns:a16="http://schemas.microsoft.com/office/drawing/2014/main" val="759697032"/>
                  </a:ext>
                </a:extLst>
              </a:tr>
              <a:tr h="436008">
                <a:tc>
                  <a:txBody>
                    <a:bodyPr/>
                    <a:lstStyle/>
                    <a:p>
                      <a:pPr algn="just">
                        <a:lnSpc>
                          <a:spcPct val="150000"/>
                        </a:lnSpc>
                        <a:spcAft>
                          <a:spcPts val="800"/>
                        </a:spcAft>
                        <a:buNone/>
                      </a:pPr>
                      <a:r>
                        <a:rPr lang="en-IN" sz="1000" b="1" kern="100">
                          <a:solidFill>
                            <a:schemeClr val="tx1"/>
                          </a:solidFill>
                          <a:effectLst/>
                        </a:rPr>
                        <a:t>[7]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tc>
                  <a:txBody>
                    <a:bodyPr/>
                    <a:lstStyle/>
                    <a:p>
                      <a:pPr algn="just">
                        <a:lnSpc>
                          <a:spcPct val="150000"/>
                        </a:lnSpc>
                        <a:spcAft>
                          <a:spcPts val="800"/>
                        </a:spcAft>
                        <a:buNone/>
                      </a:pPr>
                      <a:r>
                        <a:rPr lang="en-IN" sz="1000" b="1" kern="100">
                          <a:solidFill>
                            <a:schemeClr val="tx1"/>
                          </a:solidFill>
                          <a:effectLst/>
                        </a:rPr>
                        <a:t>S. Tufail, H. Riggs, M. Tariq and A. Sarwat, “Advancements and Challenges in Machine Learning: A Comprehensive Review of Models, Libraries, Applications, and Algorithms,” Electronics, vol. 12, no. 8, p. 1789, 2023.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extLst>
                  <a:ext uri="{0D108BD9-81ED-4DB2-BD59-A6C34878D82A}">
                    <a16:rowId xmlns:a16="http://schemas.microsoft.com/office/drawing/2014/main" val="2517991758"/>
                  </a:ext>
                </a:extLst>
              </a:tr>
              <a:tr h="436008">
                <a:tc>
                  <a:txBody>
                    <a:bodyPr/>
                    <a:lstStyle/>
                    <a:p>
                      <a:pPr algn="just">
                        <a:lnSpc>
                          <a:spcPct val="150000"/>
                        </a:lnSpc>
                        <a:spcAft>
                          <a:spcPts val="800"/>
                        </a:spcAft>
                        <a:buNone/>
                      </a:pPr>
                      <a:r>
                        <a:rPr lang="en-IN" sz="1000" b="1" kern="100">
                          <a:solidFill>
                            <a:schemeClr val="tx1"/>
                          </a:solidFill>
                          <a:effectLst/>
                        </a:rPr>
                        <a:t>[8]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tc>
                  <a:txBody>
                    <a:bodyPr/>
                    <a:lstStyle/>
                    <a:p>
                      <a:pPr algn="just">
                        <a:lnSpc>
                          <a:spcPct val="150000"/>
                        </a:lnSpc>
                        <a:spcAft>
                          <a:spcPts val="800"/>
                        </a:spcAft>
                        <a:buNone/>
                      </a:pPr>
                      <a:r>
                        <a:rPr lang="en-IN" sz="1000" b="1" kern="100" dirty="0">
                          <a:solidFill>
                            <a:schemeClr val="tx1"/>
                          </a:solidFill>
                          <a:effectLst/>
                        </a:rPr>
                        <a:t>S. Hiremath, E. Shetty, A. Prakash, S. Sahoo, K. Patro, K. Rajesh and P. Pławiak, “A New Approach to Data Analysis Using Machine Learning for Cybersecurity,” Big Data and Cognitive Computing, vol. 7, no. 4, p. 176, 2023. </a:t>
                      </a:r>
                      <a:endParaRPr lang="en-IN" sz="1000" b="1" kern="100" dirty="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extLst>
                  <a:ext uri="{0D108BD9-81ED-4DB2-BD59-A6C34878D82A}">
                    <a16:rowId xmlns:a16="http://schemas.microsoft.com/office/drawing/2014/main" val="739486482"/>
                  </a:ext>
                </a:extLst>
              </a:tr>
              <a:tr h="622176">
                <a:tc>
                  <a:txBody>
                    <a:bodyPr/>
                    <a:lstStyle/>
                    <a:p>
                      <a:pPr algn="just">
                        <a:lnSpc>
                          <a:spcPct val="150000"/>
                        </a:lnSpc>
                        <a:spcAft>
                          <a:spcPts val="800"/>
                        </a:spcAft>
                        <a:buNone/>
                      </a:pPr>
                      <a:r>
                        <a:rPr lang="en-IN" sz="1000" b="1" kern="100">
                          <a:solidFill>
                            <a:schemeClr val="tx1"/>
                          </a:solidFill>
                          <a:effectLst/>
                        </a:rPr>
                        <a:t>[9]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tc>
                  <a:txBody>
                    <a:bodyPr/>
                    <a:lstStyle/>
                    <a:p>
                      <a:pPr algn="just">
                        <a:lnSpc>
                          <a:spcPct val="150000"/>
                        </a:lnSpc>
                        <a:spcAft>
                          <a:spcPts val="800"/>
                        </a:spcAft>
                        <a:buNone/>
                      </a:pPr>
                      <a:r>
                        <a:rPr lang="en-IN" sz="1000" b="1" kern="100">
                          <a:solidFill>
                            <a:schemeClr val="tx1"/>
                          </a:solidFill>
                          <a:effectLst/>
                        </a:rPr>
                        <a:t>B. McShane, “An Extensive Guide to Scaling as a Method of Data-Preprocessing,” Medium, 2024. [Online]. Available: https://medium.com/@broganmcshane.code/an-extensive-guide-to-scaling-as-a-method-of-data-preprocessing-be88b8f861f0 . [Accessed 3rd August 2026].</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extLst>
                  <a:ext uri="{0D108BD9-81ED-4DB2-BD59-A6C34878D82A}">
                    <a16:rowId xmlns:a16="http://schemas.microsoft.com/office/drawing/2014/main" val="2054469338"/>
                  </a:ext>
                </a:extLst>
              </a:tr>
              <a:tr h="409413">
                <a:tc>
                  <a:txBody>
                    <a:bodyPr/>
                    <a:lstStyle/>
                    <a:p>
                      <a:pPr algn="just">
                        <a:lnSpc>
                          <a:spcPct val="150000"/>
                        </a:lnSpc>
                        <a:spcAft>
                          <a:spcPts val="800"/>
                        </a:spcAft>
                        <a:buNone/>
                      </a:pPr>
                      <a:r>
                        <a:rPr lang="en-IN" sz="1000" b="1" kern="100">
                          <a:solidFill>
                            <a:schemeClr val="tx1"/>
                          </a:solidFill>
                          <a:effectLst/>
                        </a:rPr>
                        <a:t>[10]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tc>
                  <a:txBody>
                    <a:bodyPr/>
                    <a:lstStyle/>
                    <a:p>
                      <a:pPr algn="just">
                        <a:lnSpc>
                          <a:spcPct val="150000"/>
                        </a:lnSpc>
                        <a:spcAft>
                          <a:spcPts val="800"/>
                        </a:spcAft>
                        <a:buNone/>
                      </a:pPr>
                      <a:r>
                        <a:rPr lang="en-IN" sz="1000" b="1" kern="100">
                          <a:solidFill>
                            <a:schemeClr val="tx1"/>
                          </a:solidFill>
                          <a:effectLst/>
                        </a:rPr>
                        <a:t>Y. Zhang, H. Le, N. Lopez and K. Phan, “Comparative Study of Machine Learning Models for Textual Medical Note Classification,” Computers, vol. 15, no. 1, p. 7, 2025.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extLst>
                  <a:ext uri="{0D108BD9-81ED-4DB2-BD59-A6C34878D82A}">
                    <a16:rowId xmlns:a16="http://schemas.microsoft.com/office/drawing/2014/main" val="4162732891"/>
                  </a:ext>
                </a:extLst>
              </a:tr>
              <a:tr h="436008">
                <a:tc>
                  <a:txBody>
                    <a:bodyPr/>
                    <a:lstStyle/>
                    <a:p>
                      <a:pPr algn="just">
                        <a:lnSpc>
                          <a:spcPct val="150000"/>
                        </a:lnSpc>
                        <a:spcAft>
                          <a:spcPts val="800"/>
                        </a:spcAft>
                        <a:buNone/>
                      </a:pPr>
                      <a:r>
                        <a:rPr lang="en-IN" sz="1000" b="1" kern="100">
                          <a:solidFill>
                            <a:schemeClr val="tx1"/>
                          </a:solidFill>
                          <a:effectLst/>
                        </a:rPr>
                        <a:t>[11]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tc>
                  <a:txBody>
                    <a:bodyPr/>
                    <a:lstStyle/>
                    <a:p>
                      <a:pPr algn="just">
                        <a:lnSpc>
                          <a:spcPct val="150000"/>
                        </a:lnSpc>
                        <a:spcAft>
                          <a:spcPts val="800"/>
                        </a:spcAft>
                        <a:buNone/>
                      </a:pPr>
                      <a:r>
                        <a:rPr lang="en-IN" sz="1000" b="1" kern="100">
                          <a:solidFill>
                            <a:schemeClr val="tx1"/>
                          </a:solidFill>
                          <a:effectLst/>
                        </a:rPr>
                        <a:t>M. Kamal, B. Zhang, J. Cao, X. Zhang and J. Chang, “Comparative Study of Artificial Neural Network and Random Forest Model for Susceptibility Assessment of Landslides Induced by Earthquake in the Western Sichuan Plateau, China,” Sustainability, vol. 14, no. 21, p. 13739, 2022.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extLst>
                  <a:ext uri="{0D108BD9-81ED-4DB2-BD59-A6C34878D82A}">
                    <a16:rowId xmlns:a16="http://schemas.microsoft.com/office/drawing/2014/main" val="1449676458"/>
                  </a:ext>
                </a:extLst>
              </a:tr>
              <a:tr h="436008">
                <a:tc>
                  <a:txBody>
                    <a:bodyPr/>
                    <a:lstStyle/>
                    <a:p>
                      <a:pPr algn="just">
                        <a:lnSpc>
                          <a:spcPct val="150000"/>
                        </a:lnSpc>
                        <a:spcAft>
                          <a:spcPts val="800"/>
                        </a:spcAft>
                        <a:buNone/>
                      </a:pPr>
                      <a:r>
                        <a:rPr lang="en-IN" sz="1000" b="1" kern="100">
                          <a:solidFill>
                            <a:schemeClr val="tx1"/>
                          </a:solidFill>
                          <a:effectLst/>
                        </a:rPr>
                        <a:t>[12]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tc>
                  <a:txBody>
                    <a:bodyPr/>
                    <a:lstStyle/>
                    <a:p>
                      <a:pPr algn="just">
                        <a:lnSpc>
                          <a:spcPct val="150000"/>
                        </a:lnSpc>
                        <a:spcAft>
                          <a:spcPts val="800"/>
                        </a:spcAft>
                        <a:buNone/>
                      </a:pPr>
                      <a:r>
                        <a:rPr lang="en-IN" sz="1000" b="1" kern="100">
                          <a:solidFill>
                            <a:schemeClr val="tx1"/>
                          </a:solidFill>
                          <a:effectLst/>
                        </a:rPr>
                        <a:t>T. Kalaivani, T. Kamireddy and S. Govindakumar, “IoT-Enabled Soil and Crop Monitoring System Using Low-Cost Smart Sensors for Precision Agriculture,” The 12th International Electronic Conference on Sensors and Applications, p. 77, 2025.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extLst>
                  <a:ext uri="{0D108BD9-81ED-4DB2-BD59-A6C34878D82A}">
                    <a16:rowId xmlns:a16="http://schemas.microsoft.com/office/drawing/2014/main" val="1996950130"/>
                  </a:ext>
                </a:extLst>
              </a:tr>
              <a:tr h="409413">
                <a:tc>
                  <a:txBody>
                    <a:bodyPr/>
                    <a:lstStyle/>
                    <a:p>
                      <a:pPr algn="just">
                        <a:lnSpc>
                          <a:spcPct val="150000"/>
                        </a:lnSpc>
                        <a:spcAft>
                          <a:spcPts val="800"/>
                        </a:spcAft>
                        <a:buNone/>
                      </a:pPr>
                      <a:r>
                        <a:rPr lang="en-IN" sz="1000" b="1" kern="100">
                          <a:solidFill>
                            <a:schemeClr val="tx1"/>
                          </a:solidFill>
                          <a:effectLst/>
                        </a:rPr>
                        <a:t>[13] </a:t>
                      </a:r>
                      <a:endParaRPr lang="en-IN" sz="1000" b="1" kern="10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tc>
                  <a:txBody>
                    <a:bodyPr/>
                    <a:lstStyle/>
                    <a:p>
                      <a:pPr algn="just">
                        <a:lnSpc>
                          <a:spcPct val="150000"/>
                        </a:lnSpc>
                        <a:spcAft>
                          <a:spcPts val="800"/>
                        </a:spcAft>
                        <a:buNone/>
                      </a:pPr>
                      <a:r>
                        <a:rPr lang="en-IN" sz="1000" b="1" kern="100" dirty="0">
                          <a:solidFill>
                            <a:schemeClr val="tx1"/>
                          </a:solidFill>
                          <a:effectLst/>
                        </a:rPr>
                        <a:t>I. </a:t>
                      </a:r>
                      <a:r>
                        <a:rPr lang="en-IN" sz="1000" b="1" kern="100" dirty="0" err="1">
                          <a:solidFill>
                            <a:schemeClr val="tx1"/>
                          </a:solidFill>
                          <a:effectLst/>
                        </a:rPr>
                        <a:t>Siachos</a:t>
                      </a:r>
                      <a:r>
                        <a:rPr lang="en-IN" sz="1000" b="1" kern="100" dirty="0">
                          <a:solidFill>
                            <a:schemeClr val="tx1"/>
                          </a:solidFill>
                          <a:effectLst/>
                        </a:rPr>
                        <a:t> and N. </a:t>
                      </a:r>
                      <a:r>
                        <a:rPr lang="en-IN" sz="1000" b="1" kern="100" dirty="0" err="1">
                          <a:solidFill>
                            <a:schemeClr val="tx1"/>
                          </a:solidFill>
                          <a:effectLst/>
                        </a:rPr>
                        <a:t>Karacapilidis</a:t>
                      </a:r>
                      <a:r>
                        <a:rPr lang="en-IN" sz="1000" b="1" kern="100" dirty="0">
                          <a:solidFill>
                            <a:schemeClr val="tx1"/>
                          </a:solidFill>
                          <a:effectLst/>
                        </a:rPr>
                        <a:t>, “Explainable Artificial Intelligence Methods to Enhance Transparency and Trust in Digital Deliberation Settings,” Future Internet, vol. 16, no. 7, p. 241, 2024. </a:t>
                      </a:r>
                      <a:endParaRPr lang="en-IN" sz="1000" b="1" kern="100" dirty="0">
                        <a:solidFill>
                          <a:schemeClr val="tx1"/>
                        </a:solidFill>
                        <a:effectLst/>
                        <a:latin typeface="Times New Roman" panose="02020603050405020304" pitchFamily="18" charset="0"/>
                        <a:ea typeface="DengXian" panose="02010600030101010101" pitchFamily="2" charset="-122"/>
                        <a:cs typeface="Cordia New" panose="020B0304020202020204" pitchFamily="34" charset="-34"/>
                      </a:endParaRPr>
                    </a:p>
                  </a:txBody>
                  <a:tcPr marL="3568" marR="3568" marT="3568" marB="3568"/>
                </a:tc>
                <a:extLst>
                  <a:ext uri="{0D108BD9-81ED-4DB2-BD59-A6C34878D82A}">
                    <a16:rowId xmlns:a16="http://schemas.microsoft.com/office/drawing/2014/main" val="2021302659"/>
                  </a:ext>
                </a:extLst>
              </a:tr>
            </a:tbl>
          </a:graphicData>
        </a:graphic>
      </p:graphicFrame>
    </p:spTree>
    <p:extLst>
      <p:ext uri="{BB962C8B-B14F-4D97-AF65-F5344CB8AC3E}">
        <p14:creationId xmlns:p14="http://schemas.microsoft.com/office/powerpoint/2010/main" val="32195849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3259</Words>
  <Application>Microsoft Office PowerPoint</Application>
  <PresentationFormat>Widescreen</PresentationFormat>
  <Paragraphs>197</Paragraphs>
  <Slides>15</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Calibri Light</vt:lpstr>
      <vt:lpstr>Times New Roman</vt:lpstr>
      <vt:lpstr>Office Theme</vt:lpstr>
      <vt:lpstr>PowerPoint Presentation</vt:lpstr>
      <vt:lpstr>Outline</vt:lpstr>
      <vt:lpstr>Problem Statement - WHY</vt:lpstr>
      <vt:lpstr>Objective - WHAT</vt:lpstr>
      <vt:lpstr>Methodology - HOW</vt:lpstr>
      <vt:lpstr>Project Management</vt:lpstr>
      <vt:lpstr>Literature Review</vt:lpstr>
      <vt:lpstr>Data Preparation &amp; Feature Engineering</vt:lpstr>
      <vt:lpstr>Exploratory Data Visualisations</vt:lpstr>
      <vt:lpstr>Practical Implementation</vt:lpstr>
      <vt:lpstr>Model Evaluation</vt:lpstr>
      <vt:lpstr>Model Comparison</vt:lpstr>
      <vt:lpstr>Results, Contributions &amp; Discussion</vt:lpstr>
      <vt:lpstr>Conclusion &amp; Future Work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created xsi:type="dcterms:W3CDTF">2024-06-20T10:19:17Z</dcterms:created>
  <dcterms:modified xsi:type="dcterms:W3CDTF">2026-08-04T13:25:00Z</dcterms:modified>
</cp:coreProperties>
</file>